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6"/>
    <p:restoredTop sz="96327"/>
  </p:normalViewPr>
  <p:slideViewPr>
    <p:cSldViewPr snapToGrid="0" showGuides="1">
      <p:cViewPr>
        <p:scale>
          <a:sx n="84" d="100"/>
          <a:sy n="84" d="100"/>
        </p:scale>
        <p:origin x="712" y="10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9A69A5-D6EE-07A9-37D8-E0874F1F0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31005F7-9FC4-5A86-BED1-31B5FF8FD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E4C8BA-4945-3092-7F8A-B67963FA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6C2F10-12B6-B09E-4A9A-B0B6410E6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F249CB-A3FE-902E-4288-0C27748E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06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0BBCD9-588D-8AA4-6B72-148A9516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81D1AD-ADDC-1D9E-FBF4-B642A4328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550BE9-A93E-30B8-E655-917972335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E62117-1019-23CD-0039-AD2D681C0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8A9C98-A165-A1B9-8E9D-4919C0E98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106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56889-68A9-98B2-D11B-65C98150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909495-636C-713F-1ACE-D62F256FC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397A43-5465-2829-B4F1-8CA5D26C1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25853F-2DAF-2757-AFE7-D3252C58F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D79DFE-12DA-F7F8-3D88-00128ADF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579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9D7ACB-271A-DF17-C9D2-707D2BA1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4F1487-7F67-4D00-8214-5827EBEB5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DE1BC2-1DF6-75F9-E41F-B11E40979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4BD597-AFB8-A566-3A8B-E87E374B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F3DA03-5D55-F8A8-29A6-DF4C440B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1188C-44B0-0E16-2D33-78F69AC63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84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A0CB55-3C16-CB23-B5EA-2BF1DC835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0D77DD-0C43-AC26-575B-C4532275D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C9A099-4926-AAC7-6A19-9D178FA8C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9E5F69-0B46-575D-CFEF-F33D5C0B5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4BD81BF-2003-D807-A7B8-31122E0C2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77E654A-E25F-3393-8FE6-197E1229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3AF3B82-347B-0E2E-E3FE-F515618F3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DC91385-6E3D-ED0A-5AEE-04229826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443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F08DB-04F6-09B1-92EF-8ED6AD627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F4F8DD-B79D-672D-7EB5-2601972E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78E478-1BF4-4E2C-40AF-087854A4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3D5B54-17C6-F266-6EBE-C0366BBF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257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D312F29-FF34-03D8-6562-38BF9308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6784EE9-B0E5-ED89-579D-EF8793BA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33DD0A-6F41-A323-C203-506FF71E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146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DD71F-7DDD-815A-4CE5-5C9FF264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427267-117D-BBE8-9D37-36E51E2BE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3B4BF6-E210-EC90-8DDC-F60D317D2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9247A8-2F12-29D3-1DF3-CD8C7CF1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83B73A-1A97-6B07-E64C-06DDD291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DDA2F5-1F80-5636-C16C-7C3E9EAD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2820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8A92BD-AD48-95C5-4FBD-4359CA284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8798DC-9CE0-835E-58E2-E2472978C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01E023-4AFE-19CA-5EB3-43C108862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BD3F63-422A-E86F-69EB-5FDEAD15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C3E915-BE05-4B09-8147-CF8B906F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3019CF-AC2D-781E-9CBA-9FAA8A00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0786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95C98E-B073-2C49-CA3D-D894D759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7F3AC23-B106-9D52-3E3A-AF0386385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A10275-1807-1BDC-FD61-C66EFA91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B0EFC3-1E7F-9311-9167-61A83654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79AAC7-E40A-0717-7C92-0D5E6553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4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AC830A6-8D52-B976-259C-3BF55F376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77345A-B1E5-0DC5-8DEE-1F1165688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F476AD-FFB9-D4A2-B321-FE609FC7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26A35C-B05D-2399-FAFB-A36E3E66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A95BA8-A02E-2DAA-CA75-69B76BE3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7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5907FFC-80EE-C7F6-4289-8B2ECDA3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9468C3-CB36-A266-07A6-7590D3537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182894-4EB1-AB7B-7781-385513C00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D54B9-924D-064C-A113-31C56785805C}" type="datetimeFigureOut">
              <a:rPr lang="de-DE" smtClean="0"/>
              <a:t>07.12.23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FD64AF-31C1-4C45-5322-A9AFC7790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9BF48A-A13B-2B44-9279-9D8EEEC79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EE8D5-E851-AB4E-B7D5-DF148A1547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731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80D69230-E160-1D7C-01B9-103A99D9280F}"/>
              </a:ext>
            </a:extLst>
          </p:cNvPr>
          <p:cNvGrpSpPr/>
          <p:nvPr/>
        </p:nvGrpSpPr>
        <p:grpSpPr>
          <a:xfrm>
            <a:off x="462000" y="2490821"/>
            <a:ext cx="11268000" cy="1657684"/>
            <a:chOff x="462000" y="2490821"/>
            <a:chExt cx="11268000" cy="1657684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F0DE931C-AA53-4D3A-E89F-920516B6A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0924" y="3471936"/>
              <a:ext cx="295305" cy="453438"/>
            </a:xfrm>
            <a:prstGeom prst="rect">
              <a:avLst/>
            </a:prstGeom>
          </p:spPr>
        </p:pic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93F70937-37A4-2B04-AF7B-39F67649FDC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2000" y="2709494"/>
              <a:ext cx="11268000" cy="1439011"/>
              <a:chOff x="1978762" y="4141171"/>
              <a:chExt cx="7756861" cy="990600"/>
            </a:xfrm>
          </p:grpSpPr>
          <p:pic>
            <p:nvPicPr>
              <p:cNvPr id="4" name="Grafik 3">
                <a:extLst>
                  <a:ext uri="{FF2B5EF4-FFF2-40B4-BE49-F238E27FC236}">
                    <a16:creationId xmlns:a16="http://schemas.microsoft.com/office/drawing/2014/main" id="{A5231309-F6A3-950D-E806-3C0D00994E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23833"/>
              <a:stretch/>
            </p:blipFill>
            <p:spPr>
              <a:xfrm>
                <a:off x="2146300" y="4141171"/>
                <a:ext cx="7516100" cy="990600"/>
              </a:xfrm>
              <a:prstGeom prst="rect">
                <a:avLst/>
              </a:prstGeom>
            </p:spPr>
          </p:pic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D69EAA4A-88EE-10BF-C602-1C7DAB4621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00448" y="4248798"/>
                <a:ext cx="127000" cy="647700"/>
              </a:xfrm>
              <a:prstGeom prst="rect">
                <a:avLst/>
              </a:prstGeom>
            </p:spPr>
          </p:pic>
          <p:pic>
            <p:nvPicPr>
              <p:cNvPr id="6" name="Grafik 5">
                <a:extLst>
                  <a:ext uri="{FF2B5EF4-FFF2-40B4-BE49-F238E27FC236}">
                    <a16:creationId xmlns:a16="http://schemas.microsoft.com/office/drawing/2014/main" id="{E9064018-1310-D5EF-FB76-E2F67A6C1D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70423" y="4252335"/>
                <a:ext cx="838200" cy="647700"/>
              </a:xfrm>
              <a:prstGeom prst="rect">
                <a:avLst/>
              </a:prstGeom>
            </p:spPr>
          </p:pic>
          <p:pic>
            <p:nvPicPr>
              <p:cNvPr id="7" name="Grafik 6">
                <a:extLst>
                  <a:ext uri="{FF2B5EF4-FFF2-40B4-BE49-F238E27FC236}">
                    <a16:creationId xmlns:a16="http://schemas.microsoft.com/office/drawing/2014/main" id="{CEC05C71-83FB-3CD0-08A4-0FBCF45796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2483" y="4410968"/>
                <a:ext cx="139700" cy="139700"/>
              </a:xfrm>
              <a:prstGeom prst="rect">
                <a:avLst/>
              </a:prstGeom>
            </p:spPr>
          </p:pic>
          <p:pic>
            <p:nvPicPr>
              <p:cNvPr id="8" name="Grafik 7">
                <a:extLst>
                  <a:ext uri="{FF2B5EF4-FFF2-40B4-BE49-F238E27FC236}">
                    <a16:creationId xmlns:a16="http://schemas.microsoft.com/office/drawing/2014/main" id="{F2520DFC-3D7D-26AB-BB11-9FF4F6B19D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27448" y="4252944"/>
                <a:ext cx="838200" cy="647700"/>
              </a:xfrm>
              <a:prstGeom prst="rect">
                <a:avLst/>
              </a:prstGeom>
            </p:spPr>
          </p:pic>
          <p:pic>
            <p:nvPicPr>
              <p:cNvPr id="9" name="Grafik 8">
                <a:extLst>
                  <a:ext uri="{FF2B5EF4-FFF2-40B4-BE49-F238E27FC236}">
                    <a16:creationId xmlns:a16="http://schemas.microsoft.com/office/drawing/2014/main" id="{508758F9-0056-400B-4C8B-B104580B0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85722" y="4251687"/>
                <a:ext cx="838200" cy="647700"/>
              </a:xfrm>
              <a:prstGeom prst="rect">
                <a:avLst/>
              </a:prstGeom>
            </p:spPr>
          </p:pic>
          <p:pic>
            <p:nvPicPr>
              <p:cNvPr id="10" name="Grafik 9">
                <a:extLst>
                  <a:ext uri="{FF2B5EF4-FFF2-40B4-BE49-F238E27FC236}">
                    <a16:creationId xmlns:a16="http://schemas.microsoft.com/office/drawing/2014/main" id="{571661C6-B712-2414-61B1-127319E8C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78762" y="4155279"/>
                <a:ext cx="342900" cy="228600"/>
              </a:xfrm>
              <a:prstGeom prst="rect">
                <a:avLst/>
              </a:prstGeom>
            </p:spPr>
          </p:pic>
          <p:pic>
            <p:nvPicPr>
              <p:cNvPr id="11" name="Grafik 10">
                <a:extLst>
                  <a:ext uri="{FF2B5EF4-FFF2-40B4-BE49-F238E27FC236}">
                    <a16:creationId xmlns:a16="http://schemas.microsoft.com/office/drawing/2014/main" id="{10DA72DE-E68D-4423-1643-C004070EAB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65648" y="4248798"/>
                <a:ext cx="127000" cy="647700"/>
              </a:xfrm>
              <a:prstGeom prst="rect">
                <a:avLst/>
              </a:prstGeom>
            </p:spPr>
          </p:pic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92613E28-9819-8E90-6BF5-B90614B6B4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2483" y="4687975"/>
                <a:ext cx="139700" cy="139700"/>
              </a:xfrm>
              <a:prstGeom prst="rect">
                <a:avLst/>
              </a:prstGeom>
            </p:spPr>
          </p:pic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AE98200E-7344-48D3-FBDC-D25C21DD85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2483" y="4978170"/>
                <a:ext cx="139700" cy="139700"/>
              </a:xfrm>
              <a:prstGeom prst="rect">
                <a:avLst/>
              </a:prstGeom>
            </p:spPr>
          </p:pic>
          <p:pic>
            <p:nvPicPr>
              <p:cNvPr id="14" name="Grafik 13">
                <a:extLst>
                  <a:ext uri="{FF2B5EF4-FFF2-40B4-BE49-F238E27FC236}">
                    <a16:creationId xmlns:a16="http://schemas.microsoft.com/office/drawing/2014/main" id="{3BE44A47-BF11-A46D-DE21-D93429B8CF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08623" y="4248798"/>
                <a:ext cx="127000" cy="647700"/>
              </a:xfrm>
              <a:prstGeom prst="rect">
                <a:avLst/>
              </a:prstGeom>
            </p:spPr>
          </p:pic>
        </p:grp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72358C07-0255-BEF7-12E9-86AE2611547D}"/>
                </a:ext>
              </a:extLst>
            </p:cNvPr>
            <p:cNvSpPr txBox="1"/>
            <p:nvPr/>
          </p:nvSpPr>
          <p:spPr>
            <a:xfrm>
              <a:off x="6883652" y="3611450"/>
              <a:ext cx="4828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>
                  <a:latin typeface="Helvetica" pitchFamily="2" charset="0"/>
                </a:rPr>
                <a:t>Date</a:t>
              </a:r>
              <a:endParaRPr lang="en-US" sz="1050">
                <a:latin typeface="Helvetica" pitchFamily="2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17C595E-9725-20F7-68B4-DB37E76BCB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19704" y="3379503"/>
              <a:ext cx="252000" cy="2520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Helvetica" pitchFamily="2" charset="0"/>
                </a:rPr>
                <a:t>A</a:t>
              </a:r>
              <a:endParaRPr lang="en-US" sz="2000">
                <a:latin typeface="Helvetica" pitchFamily="2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3D0AC3B-3C2B-C495-B77A-B05CF47CAC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08761" y="3366497"/>
              <a:ext cx="252000" cy="2520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Helvetica" pitchFamily="2" charset="0"/>
                </a:rPr>
                <a:t>B</a:t>
              </a:r>
              <a:endParaRPr lang="en-US" sz="2000">
                <a:latin typeface="Helvetica" pitchFamily="2" charset="0"/>
              </a:endParaRP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8CDBA4C-2475-02B4-82B6-1E5F82404813}"/>
                </a:ext>
              </a:extLst>
            </p:cNvPr>
            <p:cNvSpPr txBox="1"/>
            <p:nvPr/>
          </p:nvSpPr>
          <p:spPr>
            <a:xfrm>
              <a:off x="7449512" y="2490821"/>
              <a:ext cx="1508578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LCD Camera &amp; </a:t>
              </a:r>
              <a:br>
                <a:rPr lang="en-US" sz="1050" dirty="0">
                  <a:latin typeface="Helvetica" pitchFamily="2" charset="0"/>
                </a:rPr>
              </a:br>
              <a:r>
                <a:rPr lang="en-US" sz="1050" dirty="0">
                  <a:latin typeface="Helvetica" pitchFamily="2" charset="0"/>
                </a:rPr>
                <a:t>previous Cycle Time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5290436F-471B-83B1-9C0F-AEBA1DEAE99B}"/>
                </a:ext>
              </a:extLst>
            </p:cNvPr>
            <p:cNvSpPr txBox="1"/>
            <p:nvPr/>
          </p:nvSpPr>
          <p:spPr>
            <a:xfrm>
              <a:off x="8911969" y="2490821"/>
              <a:ext cx="1402097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LCD Camera &amp; </a:t>
              </a:r>
              <a:br>
                <a:rPr lang="en-US" sz="1050" dirty="0">
                  <a:latin typeface="Helvetica" pitchFamily="2" charset="0"/>
                </a:rPr>
              </a:br>
              <a:r>
                <a:rPr lang="en-US" sz="1050" dirty="0">
                  <a:latin typeface="Helvetica" pitchFamily="2" charset="0"/>
                </a:rPr>
                <a:t>shorter Cycle Time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D6011D9E-C803-45D4-A3D0-C74B17920AFD}"/>
                </a:ext>
              </a:extLst>
            </p:cNvPr>
            <p:cNvSpPr txBox="1"/>
            <p:nvPr/>
          </p:nvSpPr>
          <p:spPr>
            <a:xfrm>
              <a:off x="10267944" y="2490821"/>
              <a:ext cx="146205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LIDAR Sensor &amp; </a:t>
              </a:r>
              <a:br>
                <a:rPr lang="en-US" sz="1050" dirty="0">
                  <a:latin typeface="Helvetica" pitchFamily="2" charset="0"/>
                </a:rPr>
              </a:br>
              <a:r>
                <a:rPr lang="en-US" sz="1050" dirty="0">
                  <a:latin typeface="Helvetica" pitchFamily="2" charset="0"/>
                </a:rPr>
                <a:t>shorter Cycle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7023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Macintosh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Sebastian KROPATSCHEK</dc:creator>
  <cp:lastModifiedBy>Sebastian KROPATSCHEK</cp:lastModifiedBy>
  <cp:revision>2</cp:revision>
  <dcterms:created xsi:type="dcterms:W3CDTF">2023-12-07T04:44:46Z</dcterms:created>
  <dcterms:modified xsi:type="dcterms:W3CDTF">2023-12-07T05:14:36Z</dcterms:modified>
</cp:coreProperties>
</file>