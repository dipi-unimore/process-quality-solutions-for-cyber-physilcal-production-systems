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5"/>
    <p:restoredTop sz="65374"/>
  </p:normalViewPr>
  <p:slideViewPr>
    <p:cSldViewPr snapToGrid="0" showGuides="1">
      <p:cViewPr varScale="1">
        <p:scale>
          <a:sx n="85" d="100"/>
          <a:sy n="85" d="100"/>
        </p:scale>
        <p:origin x="1092" y="84"/>
      </p:cViewPr>
      <p:guideLst>
        <p:guide orient="horz" pos="2183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7C85D-B67A-F14A-8E0B-B3FCD4236D21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463AD-F3B7-AA4C-8247-A52DF46D00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06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</a:t>
            </a:r>
            <a:r>
              <a:rPr lang="de-DE" dirty="0" err="1"/>
              <a:t>commons.wikimedia.org</a:t>
            </a:r>
            <a:r>
              <a:rPr lang="de-DE" dirty="0"/>
              <a:t>/</a:t>
            </a:r>
            <a:r>
              <a:rPr lang="de-DE" dirty="0" err="1"/>
              <a:t>wiki</a:t>
            </a:r>
            <a:r>
              <a:rPr lang="de-DE" dirty="0"/>
              <a:t>/</a:t>
            </a:r>
            <a:r>
              <a:rPr lang="de-DE" dirty="0" err="1"/>
              <a:t>File:Video_camera_icon.svg</a:t>
            </a:r>
            <a:endParaRPr lang="de-DE" dirty="0"/>
          </a:p>
          <a:p>
            <a:r>
              <a:rPr lang="de-DE" dirty="0"/>
              <a:t>https://</a:t>
            </a:r>
            <a:r>
              <a:rPr lang="de-DE" dirty="0" err="1"/>
              <a:t>www.svgrepo.com</a:t>
            </a:r>
            <a:r>
              <a:rPr lang="de-DE" dirty="0"/>
              <a:t>/</a:t>
            </a:r>
            <a:r>
              <a:rPr lang="de-DE" dirty="0" err="1"/>
              <a:t>svg</a:t>
            </a:r>
            <a:r>
              <a:rPr lang="de-DE" dirty="0"/>
              <a:t>/84401/</a:t>
            </a:r>
            <a:r>
              <a:rPr lang="de-DE" dirty="0" err="1"/>
              <a:t>industrial</a:t>
            </a:r>
            <a:r>
              <a:rPr lang="de-DE" dirty="0"/>
              <a:t>-robot</a:t>
            </a:r>
          </a:p>
          <a:p>
            <a:r>
              <a:rPr lang="de-DE" dirty="0"/>
              <a:t>https://</a:t>
            </a:r>
            <a:r>
              <a:rPr lang="de-DE" dirty="0" err="1"/>
              <a:t>www.svgrepo.com</a:t>
            </a:r>
            <a:r>
              <a:rPr lang="de-DE" dirty="0"/>
              <a:t>/</a:t>
            </a:r>
            <a:r>
              <a:rPr lang="de-DE" dirty="0" err="1"/>
              <a:t>svg</a:t>
            </a:r>
            <a:r>
              <a:rPr lang="de-DE" dirty="0"/>
              <a:t>/262536/</a:t>
            </a:r>
            <a:r>
              <a:rPr lang="de-DE" dirty="0" err="1"/>
              <a:t>temperatures-heat</a:t>
            </a:r>
            <a:endParaRPr lang="de-DE" dirty="0"/>
          </a:p>
          <a:p>
            <a:r>
              <a:rPr lang="de-DE" dirty="0"/>
              <a:t>https://</a:t>
            </a:r>
            <a:r>
              <a:rPr lang="de-DE" dirty="0" err="1"/>
              <a:t>svgsilh.com</a:t>
            </a:r>
            <a:r>
              <a:rPr lang="de-DE" dirty="0"/>
              <a:t>/</a:t>
            </a:r>
            <a:r>
              <a:rPr lang="de-DE" dirty="0" err="1"/>
              <a:t>image</a:t>
            </a:r>
            <a:r>
              <a:rPr lang="de-DE" dirty="0"/>
              <a:t>/306922.html</a:t>
            </a:r>
          </a:p>
          <a:p>
            <a:endParaRPr lang="de-DE" dirty="0"/>
          </a:p>
          <a:p>
            <a:r>
              <a:rPr lang="de-DE" dirty="0"/>
              <a:t>https://</a:t>
            </a:r>
            <a:r>
              <a:rPr lang="de-DE" dirty="0" err="1"/>
              <a:t>svgsilh.com</a:t>
            </a:r>
            <a:r>
              <a:rPr lang="de-DE" dirty="0"/>
              <a:t>/</a:t>
            </a:r>
            <a:r>
              <a:rPr lang="de-DE" dirty="0" err="1"/>
              <a:t>image</a:t>
            </a:r>
            <a:r>
              <a:rPr lang="de-DE" dirty="0"/>
              <a:t>/306922.html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463AD-F3B7-AA4C-8247-A52DF46D00A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292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3CC3FF-6E2D-391D-F100-CFCD643AA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73520D-4938-3DD8-B8D3-8969D2806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58A987-B45C-9E6C-854F-0E4ABD78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DBF562-950A-8C23-6DE9-7EB1838D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2CF66E-59D7-19F5-8BF0-6BD664CD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04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2F0808-C3AE-5D73-088C-A15E38852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D43DC0-319D-1E86-4BA3-4EFFB5678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C94D92-565F-5C6C-CBB1-A2BDE8539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2AA536-314C-7B85-FBE1-374641D7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8DF4CE-453D-EE4D-5C31-F69F1A65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50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7ED9A-29E7-2627-0691-62EC3079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1BF85B-A2A3-EA82-46D6-F56D31D2F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74C5A1-53C6-1E06-FE9E-2F07ACE6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09C367-3EFC-DD0E-81D2-CB344F9B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12F2DA-DF02-F703-F86D-82D49107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790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1C7B8-7C55-616C-9A0A-79B83809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823A98-1A52-676F-385A-9F6ECEE7E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CD3114-131C-B2B2-7E3F-97463028D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110C95-DA64-F63D-0B54-1F9E7AAB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B8A882-DB0E-0782-E998-FABDFF0C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32BF99-11CA-B319-DC9A-6F49FE49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77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4FFAA-DE67-C38E-CEA5-149CBB54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002B9D-1059-A908-C189-A13AE56C8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7B03C6-5052-48E5-ECD6-94933318B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A32B703-9DF9-C84D-31AE-1D8925963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13F960A-1511-BF44-9CB1-023E3547E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B18B7D6-6C9C-9C19-B08E-73B3EBC6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95D11E8-29EA-0D6C-54FC-099A8655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F126F8-047D-E895-420C-64F895E4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23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B60397-C83E-7A54-BCBD-1BDFAA78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7190432-1E39-B75B-ECE0-37D7E2C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EDF9AA-3807-3F13-0C64-A6FD0CEA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D6F080-E4CB-A748-F22E-45D516FC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20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41F3A6-B8BB-C5B9-B546-4DF49B05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7746C4-A678-3931-8EEF-B3BBB8FFA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0DCCC7-14AF-4FD3-D2E4-5F91F08F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811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689B1-B310-CDE6-4F6C-03D70277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88F170-C0EA-9BFA-1720-07CC5CEB1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B1B281-1289-A6E2-FC9B-C6248DFDA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7160B4-8A8C-170D-8011-5C8F1C583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C70273-CCE6-D77C-00C1-A98BDC86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9F330E-8483-4CF5-C6E0-A7FECA19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1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4E84B-EDE1-461C-67EC-666A5BC7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09FC64E-29C7-3C7B-D57F-15CED8062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987DE4-AEE0-C2E9-3F91-A41BFA5FB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AF9034-7D84-B25D-D211-364D714A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8BB391-29C9-4195-BDD4-50D4AFBC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F2D9B0-E8A8-FCBD-20CF-94A0BBC5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546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D3ED9-45B4-B5B3-6DBD-FD91590D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FE8FFB-2D97-F0B1-CE73-6DBCAB213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35C5BA-C93F-C942-C156-702FDECA9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D85AAC-F2AE-07C4-759F-35754276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F5783B-2E6F-4451-3DDF-098ED535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8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47CBC8-2094-9CC7-009F-252E0E917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39D3CE-95B3-3F31-3CAE-ED94367FB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6C9FDE-501D-0DAC-A390-35DDD07A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1A40EA-FA49-0ADF-4770-CAA7F6E1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BEA62F-4836-10CF-73E1-FBFA07F0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85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496862-2BA0-005F-3BF8-BD729519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5D46BD-1927-D992-4BAE-A91EB9465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DB145D-EFD7-6BFB-B7A1-6A72192C8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232C7-ED6E-A24C-B3A3-F5C3C3EDF54E}" type="datetimeFigureOut">
              <a:rPr lang="de-DE" smtClean="0"/>
              <a:t>07.12.2023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C9E55D-0AB3-695D-742A-BEC943516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9217B8-E5F7-47B3-9CDD-2A7B08C9E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72B87-718B-7D41-9E58-41E73EF636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325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0A1D92A-8301-4531-914C-DF13FF2D55EF}"/>
              </a:ext>
            </a:extLst>
          </p:cNvPr>
          <p:cNvGrpSpPr/>
          <p:nvPr/>
        </p:nvGrpSpPr>
        <p:grpSpPr>
          <a:xfrm>
            <a:off x="485129" y="3551625"/>
            <a:ext cx="11097661" cy="2341067"/>
            <a:chOff x="485129" y="3551625"/>
            <a:chExt cx="11097661" cy="2341067"/>
          </a:xfrm>
        </p:grpSpPr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D0125691-5B7E-52B3-6EB8-65CB4907C4C7}"/>
                </a:ext>
              </a:extLst>
            </p:cNvPr>
            <p:cNvGrpSpPr/>
            <p:nvPr/>
          </p:nvGrpSpPr>
          <p:grpSpPr>
            <a:xfrm>
              <a:off x="485129" y="3551625"/>
              <a:ext cx="4716945" cy="2341067"/>
              <a:chOff x="485129" y="3551625"/>
              <a:chExt cx="4716945" cy="2341067"/>
            </a:xfrm>
          </p:grpSpPr>
          <p:grpSp>
            <p:nvGrpSpPr>
              <p:cNvPr id="50" name="Gruppieren 49">
                <a:extLst>
                  <a:ext uri="{FF2B5EF4-FFF2-40B4-BE49-F238E27FC236}">
                    <a16:creationId xmlns:a16="http://schemas.microsoft.com/office/drawing/2014/main" id="{7E2F8673-68B2-2806-7D57-BE509FA5305F}"/>
                  </a:ext>
                </a:extLst>
              </p:cNvPr>
              <p:cNvGrpSpPr/>
              <p:nvPr/>
            </p:nvGrpSpPr>
            <p:grpSpPr>
              <a:xfrm>
                <a:off x="485129" y="3551625"/>
                <a:ext cx="2521847" cy="2332098"/>
                <a:chOff x="1579007" y="4173889"/>
                <a:chExt cx="1916432" cy="1772235"/>
              </a:xfrm>
            </p:grpSpPr>
            <p:grpSp>
              <p:nvGrpSpPr>
                <p:cNvPr id="22" name="Grafik 19">
                  <a:extLst>
                    <a:ext uri="{FF2B5EF4-FFF2-40B4-BE49-F238E27FC236}">
                      <a16:creationId xmlns:a16="http://schemas.microsoft.com/office/drawing/2014/main" id="{B9B3F99C-74DA-9B3A-8CC6-69C3279435AF}"/>
                    </a:ext>
                  </a:extLst>
                </p:cNvPr>
                <p:cNvGrpSpPr/>
                <p:nvPr/>
              </p:nvGrpSpPr>
              <p:grpSpPr>
                <a:xfrm>
                  <a:off x="1579007" y="4249692"/>
                  <a:ext cx="1212409" cy="1696432"/>
                  <a:chOff x="906802" y="3840480"/>
                  <a:chExt cx="1940976" cy="2560319"/>
                </a:xfrm>
                <a:solidFill>
                  <a:schemeClr val="tx1"/>
                </a:solidFill>
              </p:grpSpPr>
              <p:sp>
                <p:nvSpPr>
                  <p:cNvPr id="23" name="Freihandform 22">
                    <a:extLst>
                      <a:ext uri="{FF2B5EF4-FFF2-40B4-BE49-F238E27FC236}">
                        <a16:creationId xmlns:a16="http://schemas.microsoft.com/office/drawing/2014/main" id="{B374A762-294B-B455-D871-080CA883E8B8}"/>
                      </a:ext>
                    </a:extLst>
                  </p:cNvPr>
                  <p:cNvSpPr/>
                  <p:nvPr/>
                </p:nvSpPr>
                <p:spPr>
                  <a:xfrm>
                    <a:off x="1703100" y="5698508"/>
                    <a:ext cx="348380" cy="348380"/>
                  </a:xfrm>
                  <a:custGeom>
                    <a:avLst/>
                    <a:gdLst>
                      <a:gd name="connsiteX0" fmla="*/ 174190 w 348380"/>
                      <a:gd name="connsiteY0" fmla="*/ 348380 h 348380"/>
                      <a:gd name="connsiteX1" fmla="*/ 348380 w 348380"/>
                      <a:gd name="connsiteY1" fmla="*/ 174190 h 348380"/>
                      <a:gd name="connsiteX2" fmla="*/ 174190 w 348380"/>
                      <a:gd name="connsiteY2" fmla="*/ 0 h 348380"/>
                      <a:gd name="connsiteX3" fmla="*/ 0 w 348380"/>
                      <a:gd name="connsiteY3" fmla="*/ 174190 h 348380"/>
                      <a:gd name="connsiteX4" fmla="*/ 174190 w 348380"/>
                      <a:gd name="connsiteY4" fmla="*/ 348380 h 348380"/>
                      <a:gd name="connsiteX5" fmla="*/ 174190 w 348380"/>
                      <a:gd name="connsiteY5" fmla="*/ 82948 h 348380"/>
                      <a:gd name="connsiteX6" fmla="*/ 265433 w 348380"/>
                      <a:gd name="connsiteY6" fmla="*/ 174190 h 348380"/>
                      <a:gd name="connsiteX7" fmla="*/ 174190 w 348380"/>
                      <a:gd name="connsiteY7" fmla="*/ 265433 h 348380"/>
                      <a:gd name="connsiteX8" fmla="*/ 82948 w 348380"/>
                      <a:gd name="connsiteY8" fmla="*/ 174190 h 348380"/>
                      <a:gd name="connsiteX9" fmla="*/ 174190 w 348380"/>
                      <a:gd name="connsiteY9" fmla="*/ 82948 h 348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48380" h="348380">
                        <a:moveTo>
                          <a:pt x="174190" y="348380"/>
                        </a:moveTo>
                        <a:cubicBezTo>
                          <a:pt x="270238" y="348380"/>
                          <a:pt x="348380" y="270238"/>
                          <a:pt x="348380" y="174190"/>
                        </a:cubicBezTo>
                        <a:cubicBezTo>
                          <a:pt x="348380" y="78142"/>
                          <a:pt x="270238" y="0"/>
                          <a:pt x="174190" y="0"/>
                        </a:cubicBezTo>
                        <a:cubicBezTo>
                          <a:pt x="78142" y="0"/>
                          <a:pt x="0" y="78142"/>
                          <a:pt x="0" y="174190"/>
                        </a:cubicBezTo>
                        <a:cubicBezTo>
                          <a:pt x="0" y="270238"/>
                          <a:pt x="78142" y="348380"/>
                          <a:pt x="174190" y="348380"/>
                        </a:cubicBezTo>
                        <a:close/>
                        <a:moveTo>
                          <a:pt x="174190" y="82948"/>
                        </a:moveTo>
                        <a:cubicBezTo>
                          <a:pt x="224501" y="82948"/>
                          <a:pt x="265433" y="123880"/>
                          <a:pt x="265433" y="174190"/>
                        </a:cubicBezTo>
                        <a:cubicBezTo>
                          <a:pt x="265433" y="224501"/>
                          <a:pt x="224501" y="265433"/>
                          <a:pt x="174190" y="265433"/>
                        </a:cubicBezTo>
                        <a:cubicBezTo>
                          <a:pt x="123880" y="265433"/>
                          <a:pt x="82948" y="224501"/>
                          <a:pt x="82948" y="174190"/>
                        </a:cubicBezTo>
                        <a:cubicBezTo>
                          <a:pt x="82948" y="123880"/>
                          <a:pt x="123880" y="82948"/>
                          <a:pt x="174190" y="82948"/>
                        </a:cubicBezTo>
                        <a:close/>
                      </a:path>
                    </a:pathLst>
                  </a:custGeom>
                  <a:grpFill/>
                  <a:ln w="2857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24" name="Freihandform 23">
                    <a:extLst>
                      <a:ext uri="{FF2B5EF4-FFF2-40B4-BE49-F238E27FC236}">
                        <a16:creationId xmlns:a16="http://schemas.microsoft.com/office/drawing/2014/main" id="{09CA115A-2DA3-0258-D8C4-093931EE18ED}"/>
                      </a:ext>
                    </a:extLst>
                  </p:cNvPr>
                  <p:cNvSpPr/>
                  <p:nvPr/>
                </p:nvSpPr>
                <p:spPr>
                  <a:xfrm>
                    <a:off x="906802" y="3840480"/>
                    <a:ext cx="1940976" cy="2560319"/>
                  </a:xfrm>
                  <a:custGeom>
                    <a:avLst/>
                    <a:gdLst>
                      <a:gd name="connsiteX0" fmla="*/ 1899502 w 1940976"/>
                      <a:gd name="connsiteY0" fmla="*/ 569574 h 2560319"/>
                      <a:gd name="connsiteX1" fmla="*/ 1940976 w 1940976"/>
                      <a:gd name="connsiteY1" fmla="*/ 528100 h 2560319"/>
                      <a:gd name="connsiteX2" fmla="*/ 1940976 w 1940976"/>
                      <a:gd name="connsiteY2" fmla="*/ 85713 h 2560319"/>
                      <a:gd name="connsiteX3" fmla="*/ 1855264 w 1940976"/>
                      <a:gd name="connsiteY3" fmla="*/ 0 h 2560319"/>
                      <a:gd name="connsiteX4" fmla="*/ 1678309 w 1940976"/>
                      <a:gd name="connsiteY4" fmla="*/ 0 h 2560319"/>
                      <a:gd name="connsiteX5" fmla="*/ 1592596 w 1940976"/>
                      <a:gd name="connsiteY5" fmla="*/ 85713 h 2560319"/>
                      <a:gd name="connsiteX6" fmla="*/ 1592596 w 1940976"/>
                      <a:gd name="connsiteY6" fmla="*/ 97309 h 2560319"/>
                      <a:gd name="connsiteX7" fmla="*/ 1545592 w 1940976"/>
                      <a:gd name="connsiteY7" fmla="*/ 88478 h 2560319"/>
                      <a:gd name="connsiteX8" fmla="*/ 1498589 w 1940976"/>
                      <a:gd name="connsiteY8" fmla="*/ 97309 h 2560319"/>
                      <a:gd name="connsiteX9" fmla="*/ 1498589 w 1940976"/>
                      <a:gd name="connsiteY9" fmla="*/ 85713 h 2560319"/>
                      <a:gd name="connsiteX10" fmla="*/ 1412876 w 1940976"/>
                      <a:gd name="connsiteY10" fmla="*/ 0 h 2560319"/>
                      <a:gd name="connsiteX11" fmla="*/ 926249 w 1940976"/>
                      <a:gd name="connsiteY11" fmla="*/ 0 h 2560319"/>
                      <a:gd name="connsiteX12" fmla="*/ 884775 w 1940976"/>
                      <a:gd name="connsiteY12" fmla="*/ 41474 h 2560319"/>
                      <a:gd name="connsiteX13" fmla="*/ 884775 w 1940976"/>
                      <a:gd name="connsiteY13" fmla="*/ 44239 h 2560319"/>
                      <a:gd name="connsiteX14" fmla="*/ 687742 w 1940976"/>
                      <a:gd name="connsiteY14" fmla="*/ 44239 h 2560319"/>
                      <a:gd name="connsiteX15" fmla="*/ 542793 w 1940976"/>
                      <a:gd name="connsiteY15" fmla="*/ 151866 h 2560319"/>
                      <a:gd name="connsiteX16" fmla="*/ 149179 w 1940976"/>
                      <a:gd name="connsiteY16" fmla="*/ 985043 h 2560319"/>
                      <a:gd name="connsiteX17" fmla="*/ 148709 w 1940976"/>
                      <a:gd name="connsiteY17" fmla="*/ 986176 h 2560319"/>
                      <a:gd name="connsiteX18" fmla="*/ 132716 w 1940976"/>
                      <a:gd name="connsiteY18" fmla="*/ 1058966 h 2560319"/>
                      <a:gd name="connsiteX19" fmla="*/ 172244 w 1940976"/>
                      <a:gd name="connsiteY19" fmla="*/ 1169325 h 2560319"/>
                      <a:gd name="connsiteX20" fmla="*/ 178874 w 1940976"/>
                      <a:gd name="connsiteY20" fmla="*/ 1179052 h 2560319"/>
                      <a:gd name="connsiteX21" fmla="*/ 159669 w 1940976"/>
                      <a:gd name="connsiteY21" fmla="*/ 1492273 h 2560319"/>
                      <a:gd name="connsiteX22" fmla="*/ 619343 w 1940976"/>
                      <a:gd name="connsiteY22" fmla="*/ 2056860 h 2560319"/>
                      <a:gd name="connsiteX23" fmla="*/ 619343 w 1940976"/>
                      <a:gd name="connsiteY23" fmla="*/ 2167700 h 2560319"/>
                      <a:gd name="connsiteX24" fmla="*/ 218429 w 1940976"/>
                      <a:gd name="connsiteY24" fmla="*/ 2167700 h 2560319"/>
                      <a:gd name="connsiteX25" fmla="*/ 88478 w 1940976"/>
                      <a:gd name="connsiteY25" fmla="*/ 2297651 h 2560319"/>
                      <a:gd name="connsiteX26" fmla="*/ 88478 w 1940976"/>
                      <a:gd name="connsiteY26" fmla="*/ 2477371 h 2560319"/>
                      <a:gd name="connsiteX27" fmla="*/ 41474 w 1940976"/>
                      <a:gd name="connsiteY27" fmla="*/ 2477371 h 2560319"/>
                      <a:gd name="connsiteX28" fmla="*/ 0 w 1940976"/>
                      <a:gd name="connsiteY28" fmla="*/ 2518845 h 2560319"/>
                      <a:gd name="connsiteX29" fmla="*/ 41474 w 1940976"/>
                      <a:gd name="connsiteY29" fmla="*/ 2560319 h 2560319"/>
                      <a:gd name="connsiteX30" fmla="*/ 1899502 w 1940976"/>
                      <a:gd name="connsiteY30" fmla="*/ 2560319 h 2560319"/>
                      <a:gd name="connsiteX31" fmla="*/ 1940976 w 1940976"/>
                      <a:gd name="connsiteY31" fmla="*/ 2518845 h 2560319"/>
                      <a:gd name="connsiteX32" fmla="*/ 1899502 w 1940976"/>
                      <a:gd name="connsiteY32" fmla="*/ 2477371 h 2560319"/>
                      <a:gd name="connsiteX33" fmla="*/ 1852499 w 1940976"/>
                      <a:gd name="connsiteY33" fmla="*/ 2477371 h 2560319"/>
                      <a:gd name="connsiteX34" fmla="*/ 1852499 w 1940976"/>
                      <a:gd name="connsiteY34" fmla="*/ 2297651 h 2560319"/>
                      <a:gd name="connsiteX35" fmla="*/ 1722547 w 1940976"/>
                      <a:gd name="connsiteY35" fmla="*/ 2167700 h 2560319"/>
                      <a:gd name="connsiteX36" fmla="*/ 1321633 w 1940976"/>
                      <a:gd name="connsiteY36" fmla="*/ 2167700 h 2560319"/>
                      <a:gd name="connsiteX37" fmla="*/ 1321633 w 1940976"/>
                      <a:gd name="connsiteY37" fmla="*/ 2032219 h 2560319"/>
                      <a:gd name="connsiteX38" fmla="*/ 970488 w 1940976"/>
                      <a:gd name="connsiteY38" fmla="*/ 1681073 h 2560319"/>
                      <a:gd name="connsiteX39" fmla="*/ 942761 w 1940976"/>
                      <a:gd name="connsiteY39" fmla="*/ 1682268 h 2560319"/>
                      <a:gd name="connsiteX40" fmla="*/ 493981 w 1940976"/>
                      <a:gd name="connsiteY40" fmla="*/ 1024061 h 2560319"/>
                      <a:gd name="connsiteX41" fmla="*/ 691308 w 1940976"/>
                      <a:gd name="connsiteY41" fmla="*/ 392619 h 2560319"/>
                      <a:gd name="connsiteX42" fmla="*/ 884775 w 1940976"/>
                      <a:gd name="connsiteY42" fmla="*/ 392619 h 2560319"/>
                      <a:gd name="connsiteX43" fmla="*/ 884775 w 1940976"/>
                      <a:gd name="connsiteY43" fmla="*/ 395384 h 2560319"/>
                      <a:gd name="connsiteX44" fmla="*/ 926249 w 1940976"/>
                      <a:gd name="connsiteY44" fmla="*/ 436858 h 2560319"/>
                      <a:gd name="connsiteX45" fmla="*/ 1412876 w 1940976"/>
                      <a:gd name="connsiteY45" fmla="*/ 436858 h 2560319"/>
                      <a:gd name="connsiteX46" fmla="*/ 1498589 w 1940976"/>
                      <a:gd name="connsiteY46" fmla="*/ 351145 h 2560319"/>
                      <a:gd name="connsiteX47" fmla="*/ 1498589 w 1940976"/>
                      <a:gd name="connsiteY47" fmla="*/ 339549 h 2560319"/>
                      <a:gd name="connsiteX48" fmla="*/ 1545592 w 1940976"/>
                      <a:gd name="connsiteY48" fmla="*/ 348380 h 2560319"/>
                      <a:gd name="connsiteX49" fmla="*/ 1592596 w 1940976"/>
                      <a:gd name="connsiteY49" fmla="*/ 339549 h 2560319"/>
                      <a:gd name="connsiteX50" fmla="*/ 1592596 w 1940976"/>
                      <a:gd name="connsiteY50" fmla="*/ 528100 h 2560319"/>
                      <a:gd name="connsiteX51" fmla="*/ 1634070 w 1940976"/>
                      <a:gd name="connsiteY51" fmla="*/ 569574 h 2560319"/>
                      <a:gd name="connsiteX52" fmla="*/ 1636835 w 1940976"/>
                      <a:gd name="connsiteY52" fmla="*/ 569574 h 2560319"/>
                      <a:gd name="connsiteX53" fmla="*/ 1636835 w 1940976"/>
                      <a:gd name="connsiteY53" fmla="*/ 663582 h 2560319"/>
                      <a:gd name="connsiteX54" fmla="*/ 1634070 w 1940976"/>
                      <a:gd name="connsiteY54" fmla="*/ 663582 h 2560319"/>
                      <a:gd name="connsiteX55" fmla="*/ 1592596 w 1940976"/>
                      <a:gd name="connsiteY55" fmla="*/ 705055 h 2560319"/>
                      <a:gd name="connsiteX56" fmla="*/ 1592596 w 1940976"/>
                      <a:gd name="connsiteY56" fmla="*/ 882011 h 2560319"/>
                      <a:gd name="connsiteX57" fmla="*/ 1634070 w 1940976"/>
                      <a:gd name="connsiteY57" fmla="*/ 923484 h 2560319"/>
                      <a:gd name="connsiteX58" fmla="*/ 1645926 w 1940976"/>
                      <a:gd name="connsiteY58" fmla="*/ 923484 h 2560319"/>
                      <a:gd name="connsiteX59" fmla="*/ 1682312 w 1940976"/>
                      <a:gd name="connsiteY59" fmla="*/ 1069024 h 2560319"/>
                      <a:gd name="connsiteX60" fmla="*/ 1722547 w 1940976"/>
                      <a:gd name="connsiteY60" fmla="*/ 1100440 h 2560319"/>
                      <a:gd name="connsiteX61" fmla="*/ 1725312 w 1940976"/>
                      <a:gd name="connsiteY61" fmla="*/ 1100440 h 2560319"/>
                      <a:gd name="connsiteX62" fmla="*/ 1725312 w 1940976"/>
                      <a:gd name="connsiteY62" fmla="*/ 1255906 h 2560319"/>
                      <a:gd name="connsiteX63" fmla="*/ 1686603 w 1940976"/>
                      <a:gd name="connsiteY63" fmla="*/ 1324398 h 2560319"/>
                      <a:gd name="connsiteX64" fmla="*/ 1766786 w 1940976"/>
                      <a:gd name="connsiteY64" fmla="*/ 1404581 h 2560319"/>
                      <a:gd name="connsiteX65" fmla="*/ 1846969 w 1940976"/>
                      <a:gd name="connsiteY65" fmla="*/ 1324398 h 2560319"/>
                      <a:gd name="connsiteX66" fmla="*/ 1808260 w 1940976"/>
                      <a:gd name="connsiteY66" fmla="*/ 1255906 h 2560319"/>
                      <a:gd name="connsiteX67" fmla="*/ 1808260 w 1940976"/>
                      <a:gd name="connsiteY67" fmla="*/ 1100440 h 2560319"/>
                      <a:gd name="connsiteX68" fmla="*/ 1811025 w 1940976"/>
                      <a:gd name="connsiteY68" fmla="*/ 1100440 h 2560319"/>
                      <a:gd name="connsiteX69" fmla="*/ 1851260 w 1940976"/>
                      <a:gd name="connsiteY69" fmla="*/ 1069024 h 2560319"/>
                      <a:gd name="connsiteX70" fmla="*/ 1887646 w 1940976"/>
                      <a:gd name="connsiteY70" fmla="*/ 923484 h 2560319"/>
                      <a:gd name="connsiteX71" fmla="*/ 1899502 w 1940976"/>
                      <a:gd name="connsiteY71" fmla="*/ 923484 h 2560319"/>
                      <a:gd name="connsiteX72" fmla="*/ 1940976 w 1940976"/>
                      <a:gd name="connsiteY72" fmla="*/ 882011 h 2560319"/>
                      <a:gd name="connsiteX73" fmla="*/ 1940976 w 1940976"/>
                      <a:gd name="connsiteY73" fmla="*/ 705055 h 2560319"/>
                      <a:gd name="connsiteX74" fmla="*/ 1899502 w 1940976"/>
                      <a:gd name="connsiteY74" fmla="*/ 663582 h 2560319"/>
                      <a:gd name="connsiteX75" fmla="*/ 1896737 w 1940976"/>
                      <a:gd name="connsiteY75" fmla="*/ 663582 h 2560319"/>
                      <a:gd name="connsiteX76" fmla="*/ 1896737 w 1940976"/>
                      <a:gd name="connsiteY76" fmla="*/ 569574 h 2560319"/>
                      <a:gd name="connsiteX77" fmla="*/ 1899502 w 1940976"/>
                      <a:gd name="connsiteY77" fmla="*/ 569574 h 2560319"/>
                      <a:gd name="connsiteX78" fmla="*/ 1675544 w 1940976"/>
                      <a:gd name="connsiteY78" fmla="*/ 85713 h 2560319"/>
                      <a:gd name="connsiteX79" fmla="*/ 1678309 w 1940976"/>
                      <a:gd name="connsiteY79" fmla="*/ 82948 h 2560319"/>
                      <a:gd name="connsiteX80" fmla="*/ 1855264 w 1940976"/>
                      <a:gd name="connsiteY80" fmla="*/ 82948 h 2560319"/>
                      <a:gd name="connsiteX81" fmla="*/ 1858029 w 1940976"/>
                      <a:gd name="connsiteY81" fmla="*/ 85713 h 2560319"/>
                      <a:gd name="connsiteX82" fmla="*/ 1858029 w 1940976"/>
                      <a:gd name="connsiteY82" fmla="*/ 486627 h 2560319"/>
                      <a:gd name="connsiteX83" fmla="*/ 1675544 w 1940976"/>
                      <a:gd name="connsiteY83" fmla="*/ 486627 h 2560319"/>
                      <a:gd name="connsiteX84" fmla="*/ 1675544 w 1940976"/>
                      <a:gd name="connsiteY84" fmla="*/ 85713 h 2560319"/>
                      <a:gd name="connsiteX85" fmla="*/ 611325 w 1940976"/>
                      <a:gd name="connsiteY85" fmla="*/ 370478 h 2560319"/>
                      <a:gd name="connsiteX86" fmla="*/ 433501 w 1940976"/>
                      <a:gd name="connsiteY86" fmla="*/ 939504 h 2560319"/>
                      <a:gd name="connsiteX87" fmla="*/ 306907 w 1940976"/>
                      <a:gd name="connsiteY87" fmla="*/ 884775 h 2560319"/>
                      <a:gd name="connsiteX88" fmla="*/ 287779 w 1940976"/>
                      <a:gd name="connsiteY88" fmla="*/ 885848 h 2560319"/>
                      <a:gd name="connsiteX89" fmla="*/ 557370 w 1940976"/>
                      <a:gd name="connsiteY89" fmla="*/ 315196 h 2560319"/>
                      <a:gd name="connsiteX90" fmla="*/ 611325 w 1940976"/>
                      <a:gd name="connsiteY90" fmla="*/ 370478 h 2560319"/>
                      <a:gd name="connsiteX91" fmla="*/ 215664 w 1940976"/>
                      <a:gd name="connsiteY91" fmla="*/ 1058966 h 2560319"/>
                      <a:gd name="connsiteX92" fmla="*/ 306907 w 1940976"/>
                      <a:gd name="connsiteY92" fmla="*/ 967723 h 2560319"/>
                      <a:gd name="connsiteX93" fmla="*/ 398143 w 1940976"/>
                      <a:gd name="connsiteY93" fmla="*/ 1058839 h 2560319"/>
                      <a:gd name="connsiteX94" fmla="*/ 398143 w 1940976"/>
                      <a:gd name="connsiteY94" fmla="*/ 1059054 h 2560319"/>
                      <a:gd name="connsiteX95" fmla="*/ 306907 w 1940976"/>
                      <a:gd name="connsiteY95" fmla="*/ 1150208 h 2560319"/>
                      <a:gd name="connsiteX96" fmla="*/ 215664 w 1940976"/>
                      <a:gd name="connsiteY96" fmla="*/ 1058966 h 2560319"/>
                      <a:gd name="connsiteX97" fmla="*/ 242025 w 1940976"/>
                      <a:gd name="connsiteY97" fmla="*/ 1481385 h 2560319"/>
                      <a:gd name="connsiteX98" fmla="*/ 240963 w 1940976"/>
                      <a:gd name="connsiteY98" fmla="*/ 1270106 h 2560319"/>
                      <a:gd name="connsiteX99" fmla="*/ 655254 w 1940976"/>
                      <a:gd name="connsiteY99" fmla="*/ 1877726 h 2560319"/>
                      <a:gd name="connsiteX100" fmla="*/ 625874 w 1940976"/>
                      <a:gd name="connsiteY100" fmla="*/ 1965009 h 2560319"/>
                      <a:gd name="connsiteX101" fmla="*/ 242025 w 1940976"/>
                      <a:gd name="connsiteY101" fmla="*/ 1481385 h 2560319"/>
                      <a:gd name="connsiteX102" fmla="*/ 1722547 w 1940976"/>
                      <a:gd name="connsiteY102" fmla="*/ 2250648 h 2560319"/>
                      <a:gd name="connsiteX103" fmla="*/ 1769551 w 1940976"/>
                      <a:gd name="connsiteY103" fmla="*/ 2297651 h 2560319"/>
                      <a:gd name="connsiteX104" fmla="*/ 1769551 w 1940976"/>
                      <a:gd name="connsiteY104" fmla="*/ 2477371 h 2560319"/>
                      <a:gd name="connsiteX105" fmla="*/ 171425 w 1940976"/>
                      <a:gd name="connsiteY105" fmla="*/ 2477371 h 2560319"/>
                      <a:gd name="connsiteX106" fmla="*/ 171425 w 1940976"/>
                      <a:gd name="connsiteY106" fmla="*/ 2297651 h 2560319"/>
                      <a:gd name="connsiteX107" fmla="*/ 218429 w 1940976"/>
                      <a:gd name="connsiteY107" fmla="*/ 2250648 h 2560319"/>
                      <a:gd name="connsiteX108" fmla="*/ 619343 w 1940976"/>
                      <a:gd name="connsiteY108" fmla="*/ 2250648 h 2560319"/>
                      <a:gd name="connsiteX109" fmla="*/ 619343 w 1940976"/>
                      <a:gd name="connsiteY109" fmla="*/ 2341890 h 2560319"/>
                      <a:gd name="connsiteX110" fmla="*/ 660817 w 1940976"/>
                      <a:gd name="connsiteY110" fmla="*/ 2383364 h 2560319"/>
                      <a:gd name="connsiteX111" fmla="*/ 1280160 w 1940976"/>
                      <a:gd name="connsiteY111" fmla="*/ 2383364 h 2560319"/>
                      <a:gd name="connsiteX112" fmla="*/ 1321633 w 1940976"/>
                      <a:gd name="connsiteY112" fmla="*/ 2341890 h 2560319"/>
                      <a:gd name="connsiteX113" fmla="*/ 1321633 w 1940976"/>
                      <a:gd name="connsiteY113" fmla="*/ 2250648 h 2560319"/>
                      <a:gd name="connsiteX114" fmla="*/ 1722547 w 1940976"/>
                      <a:gd name="connsiteY114" fmla="*/ 2250648 h 2560319"/>
                      <a:gd name="connsiteX115" fmla="*/ 1238686 w 1940976"/>
                      <a:gd name="connsiteY115" fmla="*/ 2032219 h 2560319"/>
                      <a:gd name="connsiteX116" fmla="*/ 1238686 w 1940976"/>
                      <a:gd name="connsiteY116" fmla="*/ 2300416 h 2560319"/>
                      <a:gd name="connsiteX117" fmla="*/ 702291 w 1940976"/>
                      <a:gd name="connsiteY117" fmla="*/ 2300416 h 2560319"/>
                      <a:gd name="connsiteX118" fmla="*/ 702291 w 1940976"/>
                      <a:gd name="connsiteY118" fmla="*/ 2032219 h 2560319"/>
                      <a:gd name="connsiteX119" fmla="*/ 970488 w 1940976"/>
                      <a:gd name="connsiteY119" fmla="*/ 1764021 h 2560319"/>
                      <a:gd name="connsiteX120" fmla="*/ 1238686 w 1940976"/>
                      <a:gd name="connsiteY120" fmla="*/ 2032219 h 2560319"/>
                      <a:gd name="connsiteX121" fmla="*/ 704746 w 1940976"/>
                      <a:gd name="connsiteY121" fmla="*/ 1803084 h 2560319"/>
                      <a:gd name="connsiteX122" fmla="*/ 315998 w 1940976"/>
                      <a:gd name="connsiteY122" fmla="*/ 1232918 h 2560319"/>
                      <a:gd name="connsiteX123" fmla="*/ 465867 w 1940976"/>
                      <a:gd name="connsiteY123" fmla="*/ 1130063 h 2560319"/>
                      <a:gd name="connsiteX124" fmla="*/ 854936 w 1940976"/>
                      <a:gd name="connsiteY124" fmla="*/ 1700699 h 2560319"/>
                      <a:gd name="connsiteX125" fmla="*/ 704746 w 1940976"/>
                      <a:gd name="connsiteY125" fmla="*/ 1803084 h 2560319"/>
                      <a:gd name="connsiteX126" fmla="*/ 687742 w 1940976"/>
                      <a:gd name="connsiteY126" fmla="*/ 309671 h 2560319"/>
                      <a:gd name="connsiteX127" fmla="*/ 613813 w 1940976"/>
                      <a:gd name="connsiteY127" fmla="*/ 218429 h 2560319"/>
                      <a:gd name="connsiteX128" fmla="*/ 687742 w 1940976"/>
                      <a:gd name="connsiteY128" fmla="*/ 127186 h 2560319"/>
                      <a:gd name="connsiteX129" fmla="*/ 884775 w 1940976"/>
                      <a:gd name="connsiteY129" fmla="*/ 127186 h 2560319"/>
                      <a:gd name="connsiteX130" fmla="*/ 884775 w 1940976"/>
                      <a:gd name="connsiteY130" fmla="*/ 176955 h 2560319"/>
                      <a:gd name="connsiteX131" fmla="*/ 705055 w 1940976"/>
                      <a:gd name="connsiteY131" fmla="*/ 176955 h 2560319"/>
                      <a:gd name="connsiteX132" fmla="*/ 663582 w 1940976"/>
                      <a:gd name="connsiteY132" fmla="*/ 218429 h 2560319"/>
                      <a:gd name="connsiteX133" fmla="*/ 705055 w 1940976"/>
                      <a:gd name="connsiteY133" fmla="*/ 259903 h 2560319"/>
                      <a:gd name="connsiteX134" fmla="*/ 884775 w 1940976"/>
                      <a:gd name="connsiteY134" fmla="*/ 259903 h 2560319"/>
                      <a:gd name="connsiteX135" fmla="*/ 884775 w 1940976"/>
                      <a:gd name="connsiteY135" fmla="*/ 309671 h 2560319"/>
                      <a:gd name="connsiteX136" fmla="*/ 687742 w 1940976"/>
                      <a:gd name="connsiteY136" fmla="*/ 309671 h 2560319"/>
                      <a:gd name="connsiteX137" fmla="*/ 1415641 w 1940976"/>
                      <a:gd name="connsiteY137" fmla="*/ 351145 h 2560319"/>
                      <a:gd name="connsiteX138" fmla="*/ 1412876 w 1940976"/>
                      <a:gd name="connsiteY138" fmla="*/ 353910 h 2560319"/>
                      <a:gd name="connsiteX139" fmla="*/ 967723 w 1940976"/>
                      <a:gd name="connsiteY139" fmla="*/ 353910 h 2560319"/>
                      <a:gd name="connsiteX140" fmla="*/ 967723 w 1940976"/>
                      <a:gd name="connsiteY140" fmla="*/ 351145 h 2560319"/>
                      <a:gd name="connsiteX141" fmla="*/ 967723 w 1940976"/>
                      <a:gd name="connsiteY141" fmla="*/ 85713 h 2560319"/>
                      <a:gd name="connsiteX142" fmla="*/ 967723 w 1940976"/>
                      <a:gd name="connsiteY142" fmla="*/ 82948 h 2560319"/>
                      <a:gd name="connsiteX143" fmla="*/ 1412876 w 1940976"/>
                      <a:gd name="connsiteY143" fmla="*/ 82948 h 2560319"/>
                      <a:gd name="connsiteX144" fmla="*/ 1415641 w 1940976"/>
                      <a:gd name="connsiteY144" fmla="*/ 85713 h 2560319"/>
                      <a:gd name="connsiteX145" fmla="*/ 1415641 w 1940976"/>
                      <a:gd name="connsiteY145" fmla="*/ 351145 h 2560319"/>
                      <a:gd name="connsiteX146" fmla="*/ 1545592 w 1940976"/>
                      <a:gd name="connsiteY146" fmla="*/ 265433 h 2560319"/>
                      <a:gd name="connsiteX147" fmla="*/ 1498589 w 1940976"/>
                      <a:gd name="connsiteY147" fmla="*/ 218429 h 2560319"/>
                      <a:gd name="connsiteX148" fmla="*/ 1545592 w 1940976"/>
                      <a:gd name="connsiteY148" fmla="*/ 171425 h 2560319"/>
                      <a:gd name="connsiteX149" fmla="*/ 1592596 w 1940976"/>
                      <a:gd name="connsiteY149" fmla="*/ 218429 h 2560319"/>
                      <a:gd name="connsiteX150" fmla="*/ 1545592 w 1940976"/>
                      <a:gd name="connsiteY150" fmla="*/ 265433 h 2560319"/>
                      <a:gd name="connsiteX151" fmla="*/ 1858029 w 1940976"/>
                      <a:gd name="connsiteY151" fmla="*/ 746529 h 2560319"/>
                      <a:gd name="connsiteX152" fmla="*/ 1858029 w 1940976"/>
                      <a:gd name="connsiteY152" fmla="*/ 840537 h 2560319"/>
                      <a:gd name="connsiteX153" fmla="*/ 1855264 w 1940976"/>
                      <a:gd name="connsiteY153" fmla="*/ 840537 h 2560319"/>
                      <a:gd name="connsiteX154" fmla="*/ 1678309 w 1940976"/>
                      <a:gd name="connsiteY154" fmla="*/ 840537 h 2560319"/>
                      <a:gd name="connsiteX155" fmla="*/ 1675544 w 1940976"/>
                      <a:gd name="connsiteY155" fmla="*/ 840537 h 2560319"/>
                      <a:gd name="connsiteX156" fmla="*/ 1675544 w 1940976"/>
                      <a:gd name="connsiteY156" fmla="*/ 746529 h 2560319"/>
                      <a:gd name="connsiteX157" fmla="*/ 1858029 w 1940976"/>
                      <a:gd name="connsiteY157" fmla="*/ 746529 h 2560319"/>
                      <a:gd name="connsiteX158" fmla="*/ 1778648 w 1940976"/>
                      <a:gd name="connsiteY158" fmla="*/ 1017492 h 2560319"/>
                      <a:gd name="connsiteX159" fmla="*/ 1754930 w 1940976"/>
                      <a:gd name="connsiteY159" fmla="*/ 1017492 h 2560319"/>
                      <a:gd name="connsiteX160" fmla="*/ 1731428 w 1940976"/>
                      <a:gd name="connsiteY160" fmla="*/ 923484 h 2560319"/>
                      <a:gd name="connsiteX161" fmla="*/ 1802149 w 1940976"/>
                      <a:gd name="connsiteY161" fmla="*/ 923484 h 2560319"/>
                      <a:gd name="connsiteX162" fmla="*/ 1778648 w 1940976"/>
                      <a:gd name="connsiteY162" fmla="*/ 1017492 h 2560319"/>
                      <a:gd name="connsiteX163" fmla="*/ 1813790 w 1940976"/>
                      <a:gd name="connsiteY163" fmla="*/ 663582 h 2560319"/>
                      <a:gd name="connsiteX164" fmla="*/ 1719782 w 1940976"/>
                      <a:gd name="connsiteY164" fmla="*/ 663582 h 2560319"/>
                      <a:gd name="connsiteX165" fmla="*/ 1719782 w 1940976"/>
                      <a:gd name="connsiteY165" fmla="*/ 569574 h 2560319"/>
                      <a:gd name="connsiteX166" fmla="*/ 1813790 w 1940976"/>
                      <a:gd name="connsiteY166" fmla="*/ 569574 h 2560319"/>
                      <a:gd name="connsiteX167" fmla="*/ 1813790 w 1940976"/>
                      <a:gd name="connsiteY167" fmla="*/ 663582 h 25603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</a:cxnLst>
                    <a:rect l="l" t="t" r="r" b="b"/>
                    <a:pathLst>
                      <a:path w="1940976" h="2560319">
                        <a:moveTo>
                          <a:pt x="1899502" y="569574"/>
                        </a:moveTo>
                        <a:cubicBezTo>
                          <a:pt x="1922413" y="569574"/>
                          <a:pt x="1940976" y="551005"/>
                          <a:pt x="1940976" y="528100"/>
                        </a:cubicBezTo>
                        <a:lnTo>
                          <a:pt x="1940976" y="85713"/>
                        </a:lnTo>
                        <a:cubicBezTo>
                          <a:pt x="1940976" y="38449"/>
                          <a:pt x="1902527" y="0"/>
                          <a:pt x="1855264" y="0"/>
                        </a:cubicBezTo>
                        <a:lnTo>
                          <a:pt x="1678309" y="0"/>
                        </a:lnTo>
                        <a:cubicBezTo>
                          <a:pt x="1631045" y="0"/>
                          <a:pt x="1592596" y="38449"/>
                          <a:pt x="1592596" y="85713"/>
                        </a:cubicBezTo>
                        <a:lnTo>
                          <a:pt x="1592596" y="97309"/>
                        </a:lnTo>
                        <a:cubicBezTo>
                          <a:pt x="1578008" y="91630"/>
                          <a:pt x="1562165" y="88478"/>
                          <a:pt x="1545592" y="88478"/>
                        </a:cubicBezTo>
                        <a:cubicBezTo>
                          <a:pt x="1529019" y="88478"/>
                          <a:pt x="1513176" y="91630"/>
                          <a:pt x="1498589" y="97309"/>
                        </a:cubicBezTo>
                        <a:lnTo>
                          <a:pt x="1498589" y="85713"/>
                        </a:lnTo>
                        <a:cubicBezTo>
                          <a:pt x="1498589" y="38449"/>
                          <a:pt x="1460139" y="0"/>
                          <a:pt x="1412876" y="0"/>
                        </a:cubicBezTo>
                        <a:lnTo>
                          <a:pt x="926249" y="0"/>
                        </a:lnTo>
                        <a:cubicBezTo>
                          <a:pt x="903339" y="0"/>
                          <a:pt x="884775" y="18569"/>
                          <a:pt x="884775" y="41474"/>
                        </a:cubicBezTo>
                        <a:lnTo>
                          <a:pt x="884775" y="44239"/>
                        </a:lnTo>
                        <a:lnTo>
                          <a:pt x="687742" y="44239"/>
                        </a:lnTo>
                        <a:cubicBezTo>
                          <a:pt x="622462" y="44239"/>
                          <a:pt x="566389" y="88754"/>
                          <a:pt x="542793" y="151866"/>
                        </a:cubicBezTo>
                        <a:lnTo>
                          <a:pt x="149179" y="985043"/>
                        </a:lnTo>
                        <a:cubicBezTo>
                          <a:pt x="149002" y="985419"/>
                          <a:pt x="148875" y="985800"/>
                          <a:pt x="148709" y="986176"/>
                        </a:cubicBezTo>
                        <a:cubicBezTo>
                          <a:pt x="138473" y="1008345"/>
                          <a:pt x="132716" y="1032986"/>
                          <a:pt x="132716" y="1058966"/>
                        </a:cubicBezTo>
                        <a:cubicBezTo>
                          <a:pt x="132716" y="1100816"/>
                          <a:pt x="147558" y="1139259"/>
                          <a:pt x="172244" y="1169325"/>
                        </a:cubicBezTo>
                        <a:lnTo>
                          <a:pt x="178874" y="1179052"/>
                        </a:lnTo>
                        <a:cubicBezTo>
                          <a:pt x="171768" y="1198522"/>
                          <a:pt x="129017" y="1325764"/>
                          <a:pt x="159669" y="1492273"/>
                        </a:cubicBezTo>
                        <a:cubicBezTo>
                          <a:pt x="211638" y="1774611"/>
                          <a:pt x="433496" y="1953722"/>
                          <a:pt x="619343" y="2056860"/>
                        </a:cubicBezTo>
                        <a:lnTo>
                          <a:pt x="619343" y="2167700"/>
                        </a:lnTo>
                        <a:lnTo>
                          <a:pt x="218429" y="2167700"/>
                        </a:lnTo>
                        <a:cubicBezTo>
                          <a:pt x="146773" y="2167700"/>
                          <a:pt x="88478" y="2225996"/>
                          <a:pt x="88478" y="2297651"/>
                        </a:cubicBezTo>
                        <a:lnTo>
                          <a:pt x="88478" y="2477371"/>
                        </a:lnTo>
                        <a:lnTo>
                          <a:pt x="41474" y="2477371"/>
                        </a:lnTo>
                        <a:cubicBezTo>
                          <a:pt x="18564" y="2477371"/>
                          <a:pt x="0" y="2495941"/>
                          <a:pt x="0" y="2518845"/>
                        </a:cubicBezTo>
                        <a:cubicBezTo>
                          <a:pt x="0" y="2541750"/>
                          <a:pt x="18564" y="2560319"/>
                          <a:pt x="41474" y="2560319"/>
                        </a:cubicBezTo>
                        <a:lnTo>
                          <a:pt x="1899502" y="2560319"/>
                        </a:lnTo>
                        <a:cubicBezTo>
                          <a:pt x="1922413" y="2560319"/>
                          <a:pt x="1940976" y="2541750"/>
                          <a:pt x="1940976" y="2518845"/>
                        </a:cubicBezTo>
                        <a:cubicBezTo>
                          <a:pt x="1940976" y="2495941"/>
                          <a:pt x="1922413" y="2477371"/>
                          <a:pt x="1899502" y="2477371"/>
                        </a:cubicBezTo>
                        <a:lnTo>
                          <a:pt x="1852499" y="2477371"/>
                        </a:lnTo>
                        <a:lnTo>
                          <a:pt x="1852499" y="2297651"/>
                        </a:lnTo>
                        <a:cubicBezTo>
                          <a:pt x="1852499" y="2225996"/>
                          <a:pt x="1794203" y="2167700"/>
                          <a:pt x="1722547" y="2167700"/>
                        </a:cubicBezTo>
                        <a:lnTo>
                          <a:pt x="1321633" y="2167700"/>
                        </a:lnTo>
                        <a:lnTo>
                          <a:pt x="1321633" y="2032219"/>
                        </a:lnTo>
                        <a:cubicBezTo>
                          <a:pt x="1321633" y="1838597"/>
                          <a:pt x="1164110" y="1681073"/>
                          <a:pt x="970488" y="1681073"/>
                        </a:cubicBezTo>
                        <a:cubicBezTo>
                          <a:pt x="961148" y="1681073"/>
                          <a:pt x="951919" y="1681549"/>
                          <a:pt x="942761" y="1682268"/>
                        </a:cubicBezTo>
                        <a:lnTo>
                          <a:pt x="493981" y="1024061"/>
                        </a:lnTo>
                        <a:lnTo>
                          <a:pt x="691308" y="392619"/>
                        </a:lnTo>
                        <a:lnTo>
                          <a:pt x="884775" y="392619"/>
                        </a:lnTo>
                        <a:lnTo>
                          <a:pt x="884775" y="395384"/>
                        </a:lnTo>
                        <a:cubicBezTo>
                          <a:pt x="884775" y="418289"/>
                          <a:pt x="903339" y="436858"/>
                          <a:pt x="926249" y="436858"/>
                        </a:cubicBezTo>
                        <a:lnTo>
                          <a:pt x="1412876" y="436858"/>
                        </a:lnTo>
                        <a:cubicBezTo>
                          <a:pt x="1460139" y="436858"/>
                          <a:pt x="1498589" y="398409"/>
                          <a:pt x="1498589" y="351145"/>
                        </a:cubicBezTo>
                        <a:lnTo>
                          <a:pt x="1498589" y="339549"/>
                        </a:lnTo>
                        <a:cubicBezTo>
                          <a:pt x="1513176" y="345228"/>
                          <a:pt x="1529019" y="348380"/>
                          <a:pt x="1545592" y="348380"/>
                        </a:cubicBezTo>
                        <a:cubicBezTo>
                          <a:pt x="1562165" y="348380"/>
                          <a:pt x="1578008" y="345228"/>
                          <a:pt x="1592596" y="339549"/>
                        </a:cubicBezTo>
                        <a:lnTo>
                          <a:pt x="1592596" y="528100"/>
                        </a:lnTo>
                        <a:cubicBezTo>
                          <a:pt x="1592596" y="551005"/>
                          <a:pt x="1611160" y="569574"/>
                          <a:pt x="1634070" y="569574"/>
                        </a:cubicBezTo>
                        <a:lnTo>
                          <a:pt x="1636835" y="569574"/>
                        </a:lnTo>
                        <a:lnTo>
                          <a:pt x="1636835" y="663582"/>
                        </a:lnTo>
                        <a:lnTo>
                          <a:pt x="1634070" y="663582"/>
                        </a:lnTo>
                        <a:cubicBezTo>
                          <a:pt x="1611160" y="663582"/>
                          <a:pt x="1592596" y="682151"/>
                          <a:pt x="1592596" y="705055"/>
                        </a:cubicBezTo>
                        <a:lnTo>
                          <a:pt x="1592596" y="882011"/>
                        </a:lnTo>
                        <a:cubicBezTo>
                          <a:pt x="1592596" y="904915"/>
                          <a:pt x="1611160" y="923484"/>
                          <a:pt x="1634070" y="923484"/>
                        </a:cubicBezTo>
                        <a:lnTo>
                          <a:pt x="1645926" y="923484"/>
                        </a:lnTo>
                        <a:lnTo>
                          <a:pt x="1682312" y="1069024"/>
                        </a:lnTo>
                        <a:cubicBezTo>
                          <a:pt x="1686929" y="1087489"/>
                          <a:pt x="1703519" y="1100440"/>
                          <a:pt x="1722547" y="1100440"/>
                        </a:cubicBezTo>
                        <a:lnTo>
                          <a:pt x="1725312" y="1100440"/>
                        </a:lnTo>
                        <a:lnTo>
                          <a:pt x="1725312" y="1255906"/>
                        </a:lnTo>
                        <a:cubicBezTo>
                          <a:pt x="1702153" y="1269979"/>
                          <a:pt x="1686603" y="1295378"/>
                          <a:pt x="1686603" y="1324398"/>
                        </a:cubicBezTo>
                        <a:cubicBezTo>
                          <a:pt x="1686603" y="1368609"/>
                          <a:pt x="1722575" y="1404581"/>
                          <a:pt x="1766786" y="1404581"/>
                        </a:cubicBezTo>
                        <a:cubicBezTo>
                          <a:pt x="1810997" y="1404581"/>
                          <a:pt x="1846969" y="1368609"/>
                          <a:pt x="1846969" y="1324398"/>
                        </a:cubicBezTo>
                        <a:cubicBezTo>
                          <a:pt x="1846969" y="1295378"/>
                          <a:pt x="1831413" y="1269985"/>
                          <a:pt x="1808260" y="1255906"/>
                        </a:cubicBezTo>
                        <a:lnTo>
                          <a:pt x="1808260" y="1100440"/>
                        </a:lnTo>
                        <a:lnTo>
                          <a:pt x="1811025" y="1100440"/>
                        </a:lnTo>
                        <a:cubicBezTo>
                          <a:pt x="1830053" y="1100440"/>
                          <a:pt x="1846643" y="1087489"/>
                          <a:pt x="1851260" y="1069024"/>
                        </a:cubicBezTo>
                        <a:lnTo>
                          <a:pt x="1887646" y="923484"/>
                        </a:lnTo>
                        <a:lnTo>
                          <a:pt x="1899502" y="923484"/>
                        </a:lnTo>
                        <a:cubicBezTo>
                          <a:pt x="1922413" y="923484"/>
                          <a:pt x="1940976" y="904915"/>
                          <a:pt x="1940976" y="882011"/>
                        </a:cubicBezTo>
                        <a:lnTo>
                          <a:pt x="1940976" y="705055"/>
                        </a:lnTo>
                        <a:cubicBezTo>
                          <a:pt x="1940976" y="682151"/>
                          <a:pt x="1922413" y="663582"/>
                          <a:pt x="1899502" y="663582"/>
                        </a:cubicBezTo>
                        <a:lnTo>
                          <a:pt x="1896737" y="663582"/>
                        </a:lnTo>
                        <a:lnTo>
                          <a:pt x="1896737" y="569574"/>
                        </a:lnTo>
                        <a:lnTo>
                          <a:pt x="1899502" y="569574"/>
                        </a:lnTo>
                        <a:close/>
                        <a:moveTo>
                          <a:pt x="1675544" y="85713"/>
                        </a:moveTo>
                        <a:cubicBezTo>
                          <a:pt x="1675544" y="84186"/>
                          <a:pt x="1676788" y="82948"/>
                          <a:pt x="1678309" y="82948"/>
                        </a:cubicBezTo>
                        <a:lnTo>
                          <a:pt x="1855264" y="82948"/>
                        </a:lnTo>
                        <a:cubicBezTo>
                          <a:pt x="1856784" y="82948"/>
                          <a:pt x="1858029" y="84186"/>
                          <a:pt x="1858029" y="85713"/>
                        </a:cubicBezTo>
                        <a:lnTo>
                          <a:pt x="1858029" y="486627"/>
                        </a:lnTo>
                        <a:lnTo>
                          <a:pt x="1675544" y="486627"/>
                        </a:lnTo>
                        <a:lnTo>
                          <a:pt x="1675544" y="85713"/>
                        </a:lnTo>
                        <a:close/>
                        <a:moveTo>
                          <a:pt x="611325" y="370478"/>
                        </a:moveTo>
                        <a:lnTo>
                          <a:pt x="433501" y="939504"/>
                        </a:lnTo>
                        <a:cubicBezTo>
                          <a:pt x="401721" y="905844"/>
                          <a:pt x="356741" y="884775"/>
                          <a:pt x="306907" y="884775"/>
                        </a:cubicBezTo>
                        <a:cubicBezTo>
                          <a:pt x="300442" y="884775"/>
                          <a:pt x="294066" y="885157"/>
                          <a:pt x="287779" y="885848"/>
                        </a:cubicBezTo>
                        <a:lnTo>
                          <a:pt x="557370" y="315196"/>
                        </a:lnTo>
                        <a:cubicBezTo>
                          <a:pt x="571150" y="338012"/>
                          <a:pt x="589664" y="357001"/>
                          <a:pt x="611325" y="370478"/>
                        </a:cubicBezTo>
                        <a:close/>
                        <a:moveTo>
                          <a:pt x="215664" y="1058966"/>
                        </a:moveTo>
                        <a:cubicBezTo>
                          <a:pt x="215664" y="1008655"/>
                          <a:pt x="256596" y="967723"/>
                          <a:pt x="306907" y="967723"/>
                        </a:cubicBezTo>
                        <a:cubicBezTo>
                          <a:pt x="357173" y="967723"/>
                          <a:pt x="398072" y="1008583"/>
                          <a:pt x="398143" y="1058839"/>
                        </a:cubicBezTo>
                        <a:cubicBezTo>
                          <a:pt x="398143" y="1058910"/>
                          <a:pt x="398143" y="1058982"/>
                          <a:pt x="398143" y="1059054"/>
                        </a:cubicBezTo>
                        <a:cubicBezTo>
                          <a:pt x="398094" y="1109326"/>
                          <a:pt x="357184" y="1150208"/>
                          <a:pt x="306907" y="1150208"/>
                        </a:cubicBezTo>
                        <a:cubicBezTo>
                          <a:pt x="256596" y="1150208"/>
                          <a:pt x="215664" y="1109276"/>
                          <a:pt x="215664" y="1058966"/>
                        </a:cubicBezTo>
                        <a:close/>
                        <a:moveTo>
                          <a:pt x="242025" y="1481385"/>
                        </a:moveTo>
                        <a:cubicBezTo>
                          <a:pt x="225457" y="1394915"/>
                          <a:pt x="231922" y="1319836"/>
                          <a:pt x="240963" y="1270106"/>
                        </a:cubicBezTo>
                        <a:lnTo>
                          <a:pt x="655254" y="1877726"/>
                        </a:lnTo>
                        <a:cubicBezTo>
                          <a:pt x="641822" y="1905027"/>
                          <a:pt x="631851" y="1934307"/>
                          <a:pt x="625874" y="1965009"/>
                        </a:cubicBezTo>
                        <a:cubicBezTo>
                          <a:pt x="407931" y="1836059"/>
                          <a:pt x="278854" y="1673597"/>
                          <a:pt x="242025" y="1481385"/>
                        </a:cubicBezTo>
                        <a:close/>
                        <a:moveTo>
                          <a:pt x="1722547" y="2250648"/>
                        </a:moveTo>
                        <a:cubicBezTo>
                          <a:pt x="1748466" y="2250648"/>
                          <a:pt x="1769551" y="2271733"/>
                          <a:pt x="1769551" y="2297651"/>
                        </a:cubicBezTo>
                        <a:lnTo>
                          <a:pt x="1769551" y="2477371"/>
                        </a:lnTo>
                        <a:lnTo>
                          <a:pt x="171425" y="2477371"/>
                        </a:lnTo>
                        <a:lnTo>
                          <a:pt x="171425" y="2297651"/>
                        </a:lnTo>
                        <a:cubicBezTo>
                          <a:pt x="171425" y="2271733"/>
                          <a:pt x="192511" y="2250648"/>
                          <a:pt x="218429" y="2250648"/>
                        </a:cubicBezTo>
                        <a:lnTo>
                          <a:pt x="619343" y="2250648"/>
                        </a:lnTo>
                        <a:lnTo>
                          <a:pt x="619343" y="2341890"/>
                        </a:lnTo>
                        <a:cubicBezTo>
                          <a:pt x="619343" y="2364795"/>
                          <a:pt x="637907" y="2383364"/>
                          <a:pt x="660817" y="2383364"/>
                        </a:cubicBezTo>
                        <a:lnTo>
                          <a:pt x="1280160" y="2383364"/>
                        </a:lnTo>
                        <a:cubicBezTo>
                          <a:pt x="1303070" y="2383364"/>
                          <a:pt x="1321633" y="2364795"/>
                          <a:pt x="1321633" y="2341890"/>
                        </a:cubicBezTo>
                        <a:lnTo>
                          <a:pt x="1321633" y="2250648"/>
                        </a:lnTo>
                        <a:lnTo>
                          <a:pt x="1722547" y="2250648"/>
                        </a:lnTo>
                        <a:close/>
                        <a:moveTo>
                          <a:pt x="1238686" y="2032219"/>
                        </a:moveTo>
                        <a:lnTo>
                          <a:pt x="1238686" y="2300416"/>
                        </a:lnTo>
                        <a:lnTo>
                          <a:pt x="702291" y="2300416"/>
                        </a:lnTo>
                        <a:lnTo>
                          <a:pt x="702291" y="2032219"/>
                        </a:lnTo>
                        <a:cubicBezTo>
                          <a:pt x="702291" y="1884334"/>
                          <a:pt x="822603" y="1764021"/>
                          <a:pt x="970488" y="1764021"/>
                        </a:cubicBezTo>
                        <a:cubicBezTo>
                          <a:pt x="1118373" y="1764021"/>
                          <a:pt x="1238686" y="1884334"/>
                          <a:pt x="1238686" y="2032219"/>
                        </a:cubicBezTo>
                        <a:close/>
                        <a:moveTo>
                          <a:pt x="704746" y="1803084"/>
                        </a:moveTo>
                        <a:lnTo>
                          <a:pt x="315998" y="1232918"/>
                        </a:lnTo>
                        <a:cubicBezTo>
                          <a:pt x="382837" y="1229467"/>
                          <a:pt x="439789" y="1188143"/>
                          <a:pt x="465867" y="1130063"/>
                        </a:cubicBezTo>
                        <a:lnTo>
                          <a:pt x="854936" y="1700699"/>
                        </a:lnTo>
                        <a:cubicBezTo>
                          <a:pt x="796220" y="1721226"/>
                          <a:pt x="744605" y="1756921"/>
                          <a:pt x="704746" y="1803084"/>
                        </a:cubicBezTo>
                        <a:close/>
                        <a:moveTo>
                          <a:pt x="687742" y="309671"/>
                        </a:moveTo>
                        <a:cubicBezTo>
                          <a:pt x="646975" y="309671"/>
                          <a:pt x="613813" y="268740"/>
                          <a:pt x="613813" y="218429"/>
                        </a:cubicBezTo>
                        <a:cubicBezTo>
                          <a:pt x="613813" y="168118"/>
                          <a:pt x="646975" y="127186"/>
                          <a:pt x="687742" y="127186"/>
                        </a:cubicBezTo>
                        <a:lnTo>
                          <a:pt x="884775" y="127186"/>
                        </a:lnTo>
                        <a:lnTo>
                          <a:pt x="884775" y="176955"/>
                        </a:lnTo>
                        <a:lnTo>
                          <a:pt x="705055" y="176955"/>
                        </a:lnTo>
                        <a:cubicBezTo>
                          <a:pt x="682145" y="176955"/>
                          <a:pt x="663582" y="195524"/>
                          <a:pt x="663582" y="218429"/>
                        </a:cubicBezTo>
                        <a:cubicBezTo>
                          <a:pt x="663582" y="241334"/>
                          <a:pt x="682145" y="259903"/>
                          <a:pt x="705055" y="259903"/>
                        </a:cubicBezTo>
                        <a:lnTo>
                          <a:pt x="884775" y="259903"/>
                        </a:lnTo>
                        <a:lnTo>
                          <a:pt x="884775" y="309671"/>
                        </a:lnTo>
                        <a:lnTo>
                          <a:pt x="687742" y="309671"/>
                        </a:lnTo>
                        <a:close/>
                        <a:moveTo>
                          <a:pt x="1415641" y="351145"/>
                        </a:moveTo>
                        <a:cubicBezTo>
                          <a:pt x="1415641" y="352672"/>
                          <a:pt x="1414397" y="353910"/>
                          <a:pt x="1412876" y="353910"/>
                        </a:cubicBezTo>
                        <a:lnTo>
                          <a:pt x="967723" y="353910"/>
                        </a:lnTo>
                        <a:lnTo>
                          <a:pt x="967723" y="351145"/>
                        </a:lnTo>
                        <a:lnTo>
                          <a:pt x="967723" y="85713"/>
                        </a:lnTo>
                        <a:lnTo>
                          <a:pt x="967723" y="82948"/>
                        </a:lnTo>
                        <a:lnTo>
                          <a:pt x="1412876" y="82948"/>
                        </a:lnTo>
                        <a:cubicBezTo>
                          <a:pt x="1414397" y="82948"/>
                          <a:pt x="1415641" y="84186"/>
                          <a:pt x="1415641" y="85713"/>
                        </a:cubicBezTo>
                        <a:lnTo>
                          <a:pt x="1415641" y="351145"/>
                        </a:lnTo>
                        <a:close/>
                        <a:moveTo>
                          <a:pt x="1545592" y="265433"/>
                        </a:moveTo>
                        <a:cubicBezTo>
                          <a:pt x="1519674" y="265433"/>
                          <a:pt x="1498589" y="244347"/>
                          <a:pt x="1498589" y="218429"/>
                        </a:cubicBezTo>
                        <a:cubicBezTo>
                          <a:pt x="1498589" y="192511"/>
                          <a:pt x="1519674" y="171425"/>
                          <a:pt x="1545592" y="171425"/>
                        </a:cubicBezTo>
                        <a:cubicBezTo>
                          <a:pt x="1571511" y="171425"/>
                          <a:pt x="1592596" y="192511"/>
                          <a:pt x="1592596" y="218429"/>
                        </a:cubicBezTo>
                        <a:cubicBezTo>
                          <a:pt x="1592596" y="244347"/>
                          <a:pt x="1571511" y="265433"/>
                          <a:pt x="1545592" y="265433"/>
                        </a:cubicBezTo>
                        <a:close/>
                        <a:moveTo>
                          <a:pt x="1858029" y="746529"/>
                        </a:moveTo>
                        <a:lnTo>
                          <a:pt x="1858029" y="840537"/>
                        </a:lnTo>
                        <a:lnTo>
                          <a:pt x="1855264" y="840537"/>
                        </a:lnTo>
                        <a:lnTo>
                          <a:pt x="1678309" y="840537"/>
                        </a:lnTo>
                        <a:lnTo>
                          <a:pt x="1675544" y="840537"/>
                        </a:lnTo>
                        <a:lnTo>
                          <a:pt x="1675544" y="746529"/>
                        </a:lnTo>
                        <a:lnTo>
                          <a:pt x="1858029" y="746529"/>
                        </a:lnTo>
                        <a:close/>
                        <a:moveTo>
                          <a:pt x="1778648" y="1017492"/>
                        </a:moveTo>
                        <a:lnTo>
                          <a:pt x="1754930" y="1017492"/>
                        </a:lnTo>
                        <a:lnTo>
                          <a:pt x="1731428" y="923484"/>
                        </a:lnTo>
                        <a:lnTo>
                          <a:pt x="1802149" y="923484"/>
                        </a:lnTo>
                        <a:lnTo>
                          <a:pt x="1778648" y="1017492"/>
                        </a:lnTo>
                        <a:close/>
                        <a:moveTo>
                          <a:pt x="1813790" y="663582"/>
                        </a:moveTo>
                        <a:lnTo>
                          <a:pt x="1719782" y="663582"/>
                        </a:lnTo>
                        <a:lnTo>
                          <a:pt x="1719782" y="569574"/>
                        </a:lnTo>
                        <a:lnTo>
                          <a:pt x="1813790" y="569574"/>
                        </a:lnTo>
                        <a:lnTo>
                          <a:pt x="1813790" y="663582"/>
                        </a:lnTo>
                        <a:close/>
                      </a:path>
                    </a:pathLst>
                  </a:custGeom>
                  <a:grpFill/>
                  <a:ln w="2857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 dirty="0"/>
                  </a:p>
                </p:txBody>
              </p:sp>
            </p:grpSp>
            <p:grpSp>
              <p:nvGrpSpPr>
                <p:cNvPr id="27" name="Gruppieren 26">
                  <a:extLst>
                    <a:ext uri="{FF2B5EF4-FFF2-40B4-BE49-F238E27FC236}">
                      <a16:creationId xmlns:a16="http://schemas.microsoft.com/office/drawing/2014/main" id="{903D0846-7F12-DDEB-5CF4-A542F41A092D}"/>
                    </a:ext>
                  </a:extLst>
                </p:cNvPr>
                <p:cNvGrpSpPr/>
                <p:nvPr/>
              </p:nvGrpSpPr>
              <p:grpSpPr>
                <a:xfrm rot="18100742">
                  <a:off x="2739045" y="4535538"/>
                  <a:ext cx="579875" cy="492436"/>
                  <a:chOff x="2949588" y="4516680"/>
                  <a:chExt cx="579875" cy="492436"/>
                </a:xfrm>
              </p:grpSpPr>
              <p:pic>
                <p:nvPicPr>
                  <p:cNvPr id="12" name="Grafik 11">
                    <a:extLst>
                      <a:ext uri="{FF2B5EF4-FFF2-40B4-BE49-F238E27FC236}">
                        <a16:creationId xmlns:a16="http://schemas.microsoft.com/office/drawing/2014/main" id="{9514503C-FC2B-B2CA-C884-71D607F570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 rot="10800000">
                    <a:off x="2949588" y="4516680"/>
                    <a:ext cx="492437" cy="492436"/>
                  </a:xfrm>
                  <a:prstGeom prst="rect">
                    <a:avLst/>
                  </a:prstGeom>
                </p:spPr>
              </p:pic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EE8F4892-2F7F-E229-D76E-2D5EED1EC537}"/>
                      </a:ext>
                    </a:extLst>
                  </p:cNvPr>
                  <p:cNvSpPr txBox="1"/>
                  <p:nvPr/>
                </p:nvSpPr>
                <p:spPr>
                  <a:xfrm>
                    <a:off x="3071453" y="4666266"/>
                    <a:ext cx="458010" cy="19880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1100" b="1" dirty="0">
                        <a:latin typeface="Helvetica" pitchFamily="2" charset="0"/>
                      </a:rPr>
                      <a:t>LCD</a:t>
                    </a:r>
                  </a:p>
                </p:txBody>
              </p:sp>
            </p:grpSp>
            <p:sp>
              <p:nvSpPr>
                <p:cNvPr id="28" name="Rechteck 27">
                  <a:extLst>
                    <a:ext uri="{FF2B5EF4-FFF2-40B4-BE49-F238E27FC236}">
                      <a16:creationId xmlns:a16="http://schemas.microsoft.com/office/drawing/2014/main" id="{91D1F107-98CD-036D-D0CF-D93C10DB8F40}"/>
                    </a:ext>
                  </a:extLst>
                </p:cNvPr>
                <p:cNvSpPr/>
                <p:nvPr/>
              </p:nvSpPr>
              <p:spPr>
                <a:xfrm>
                  <a:off x="2448300" y="5185635"/>
                  <a:ext cx="465993" cy="377506"/>
                </a:xfrm>
                <a:prstGeom prst="rect">
                  <a:avLst/>
                </a:prstGeom>
                <a:noFill/>
                <a:ln w="476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38" name="Gruppieren 37">
                  <a:extLst>
                    <a:ext uri="{FF2B5EF4-FFF2-40B4-BE49-F238E27FC236}">
                      <a16:creationId xmlns:a16="http://schemas.microsoft.com/office/drawing/2014/main" id="{5C642EBF-3CBF-1F27-6CFF-5C02976B5977}"/>
                    </a:ext>
                  </a:extLst>
                </p:cNvPr>
                <p:cNvGrpSpPr/>
                <p:nvPr/>
              </p:nvGrpSpPr>
              <p:grpSpPr>
                <a:xfrm>
                  <a:off x="2080292" y="4519032"/>
                  <a:ext cx="478146" cy="587214"/>
                  <a:chOff x="3313327" y="4403378"/>
                  <a:chExt cx="574515" cy="724505"/>
                </a:xfrm>
              </p:grpSpPr>
              <p:sp>
                <p:nvSpPr>
                  <p:cNvPr id="34" name="Freihandform 33">
                    <a:extLst>
                      <a:ext uri="{FF2B5EF4-FFF2-40B4-BE49-F238E27FC236}">
                        <a16:creationId xmlns:a16="http://schemas.microsoft.com/office/drawing/2014/main" id="{FC69E91F-899B-534C-D122-3D2C60723A3D}"/>
                      </a:ext>
                    </a:extLst>
                  </p:cNvPr>
                  <p:cNvSpPr/>
                  <p:nvPr/>
                </p:nvSpPr>
                <p:spPr>
                  <a:xfrm>
                    <a:off x="3425381" y="4943831"/>
                    <a:ext cx="71996" cy="71996"/>
                  </a:xfrm>
                  <a:custGeom>
                    <a:avLst/>
                    <a:gdLst>
                      <a:gd name="connsiteX0" fmla="*/ 35998 w 71996"/>
                      <a:gd name="connsiteY0" fmla="*/ 0 h 71996"/>
                      <a:gd name="connsiteX1" fmla="*/ 0 w 71996"/>
                      <a:gd name="connsiteY1" fmla="*/ 35998 h 71996"/>
                      <a:gd name="connsiteX2" fmla="*/ 35998 w 71996"/>
                      <a:gd name="connsiteY2" fmla="*/ 71996 h 71996"/>
                      <a:gd name="connsiteX3" fmla="*/ 71996 w 71996"/>
                      <a:gd name="connsiteY3" fmla="*/ 35998 h 71996"/>
                      <a:gd name="connsiteX4" fmla="*/ 35998 w 71996"/>
                      <a:gd name="connsiteY4" fmla="*/ 0 h 719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1996" h="71996">
                        <a:moveTo>
                          <a:pt x="35998" y="0"/>
                        </a:moveTo>
                        <a:cubicBezTo>
                          <a:pt x="16148" y="0"/>
                          <a:pt x="0" y="16148"/>
                          <a:pt x="0" y="35998"/>
                        </a:cubicBezTo>
                        <a:cubicBezTo>
                          <a:pt x="0" y="55848"/>
                          <a:pt x="16148" y="71996"/>
                          <a:pt x="35998" y="71996"/>
                        </a:cubicBezTo>
                        <a:cubicBezTo>
                          <a:pt x="55848" y="71996"/>
                          <a:pt x="71996" y="55848"/>
                          <a:pt x="71996" y="35998"/>
                        </a:cubicBezTo>
                        <a:cubicBezTo>
                          <a:pt x="71996" y="16148"/>
                          <a:pt x="55848" y="0"/>
                          <a:pt x="35998" y="0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0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35" name="Freihandform 34">
                    <a:extLst>
                      <a:ext uri="{FF2B5EF4-FFF2-40B4-BE49-F238E27FC236}">
                        <a16:creationId xmlns:a16="http://schemas.microsoft.com/office/drawing/2014/main" id="{F8F19F1A-9974-A2E7-9822-98AC27119183}"/>
                      </a:ext>
                    </a:extLst>
                  </p:cNvPr>
                  <p:cNvSpPr/>
                  <p:nvPr/>
                </p:nvSpPr>
                <p:spPr>
                  <a:xfrm>
                    <a:off x="3313327" y="4495146"/>
                    <a:ext cx="296108" cy="632737"/>
                  </a:xfrm>
                  <a:custGeom>
                    <a:avLst/>
                    <a:gdLst>
                      <a:gd name="connsiteX0" fmla="*/ 238809 w 296108"/>
                      <a:gd name="connsiteY0" fmla="*/ 367704 h 632737"/>
                      <a:gd name="connsiteX1" fmla="*/ 238809 w 296108"/>
                      <a:gd name="connsiteY1" fmla="*/ 90757 h 632737"/>
                      <a:gd name="connsiteX2" fmla="*/ 148052 w 296108"/>
                      <a:gd name="connsiteY2" fmla="*/ 0 h 632737"/>
                      <a:gd name="connsiteX3" fmla="*/ 57295 w 296108"/>
                      <a:gd name="connsiteY3" fmla="*/ 90757 h 632737"/>
                      <a:gd name="connsiteX4" fmla="*/ 57295 w 296108"/>
                      <a:gd name="connsiteY4" fmla="*/ 367705 h 632737"/>
                      <a:gd name="connsiteX5" fmla="*/ 3 w 296108"/>
                      <a:gd name="connsiteY5" fmla="*/ 483759 h 632737"/>
                      <a:gd name="connsiteX6" fmla="*/ 145992 w 296108"/>
                      <a:gd name="connsiteY6" fmla="*/ 632724 h 632737"/>
                      <a:gd name="connsiteX7" fmla="*/ 148077 w 296108"/>
                      <a:gd name="connsiteY7" fmla="*/ 632738 h 632737"/>
                      <a:gd name="connsiteX8" fmla="*/ 296108 w 296108"/>
                      <a:gd name="connsiteY8" fmla="*/ 484685 h 632737"/>
                      <a:gd name="connsiteX9" fmla="*/ 238809 w 296108"/>
                      <a:gd name="connsiteY9" fmla="*/ 367704 h 632737"/>
                      <a:gd name="connsiteX10" fmla="*/ 148052 w 296108"/>
                      <a:gd name="connsiteY10" fmla="*/ 561948 h 632737"/>
                      <a:gd name="connsiteX11" fmla="*/ 70788 w 296108"/>
                      <a:gd name="connsiteY11" fmla="*/ 484683 h 632737"/>
                      <a:gd name="connsiteX12" fmla="*/ 127419 w 296108"/>
                      <a:gd name="connsiteY12" fmla="*/ 410239 h 632737"/>
                      <a:gd name="connsiteX13" fmla="*/ 127419 w 296108"/>
                      <a:gd name="connsiteY13" fmla="*/ 102390 h 632737"/>
                      <a:gd name="connsiteX14" fmla="*/ 148052 w 296108"/>
                      <a:gd name="connsiteY14" fmla="*/ 81757 h 632737"/>
                      <a:gd name="connsiteX15" fmla="*/ 168686 w 296108"/>
                      <a:gd name="connsiteY15" fmla="*/ 102390 h 632737"/>
                      <a:gd name="connsiteX16" fmla="*/ 168686 w 296108"/>
                      <a:gd name="connsiteY16" fmla="*/ 410242 h 632737"/>
                      <a:gd name="connsiteX17" fmla="*/ 225317 w 296108"/>
                      <a:gd name="connsiteY17" fmla="*/ 484686 h 632737"/>
                      <a:gd name="connsiteX18" fmla="*/ 148052 w 296108"/>
                      <a:gd name="connsiteY18" fmla="*/ 561948 h 6327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296108" h="632737">
                        <a:moveTo>
                          <a:pt x="238809" y="367704"/>
                        </a:moveTo>
                        <a:lnTo>
                          <a:pt x="238809" y="90757"/>
                        </a:lnTo>
                        <a:cubicBezTo>
                          <a:pt x="238809" y="40714"/>
                          <a:pt x="198096" y="0"/>
                          <a:pt x="148052" y="0"/>
                        </a:cubicBezTo>
                        <a:cubicBezTo>
                          <a:pt x="98008" y="0"/>
                          <a:pt x="57295" y="40714"/>
                          <a:pt x="57295" y="90757"/>
                        </a:cubicBezTo>
                        <a:lnTo>
                          <a:pt x="57295" y="367705"/>
                        </a:lnTo>
                        <a:cubicBezTo>
                          <a:pt x="21502" y="395465"/>
                          <a:pt x="283" y="438057"/>
                          <a:pt x="3" y="483759"/>
                        </a:cubicBezTo>
                        <a:cubicBezTo>
                          <a:pt x="-495" y="564794"/>
                          <a:pt x="64994" y="631621"/>
                          <a:pt x="145992" y="632724"/>
                        </a:cubicBezTo>
                        <a:cubicBezTo>
                          <a:pt x="146691" y="632734"/>
                          <a:pt x="147381" y="632738"/>
                          <a:pt x="148077" y="632738"/>
                        </a:cubicBezTo>
                        <a:cubicBezTo>
                          <a:pt x="229661" y="632738"/>
                          <a:pt x="296108" y="566773"/>
                          <a:pt x="296108" y="484685"/>
                        </a:cubicBezTo>
                        <a:cubicBezTo>
                          <a:pt x="296106" y="438602"/>
                          <a:pt x="274885" y="395668"/>
                          <a:pt x="238809" y="367704"/>
                        </a:cubicBezTo>
                        <a:close/>
                        <a:moveTo>
                          <a:pt x="148052" y="561948"/>
                        </a:moveTo>
                        <a:cubicBezTo>
                          <a:pt x="105449" y="561948"/>
                          <a:pt x="70788" y="527288"/>
                          <a:pt x="70788" y="484683"/>
                        </a:cubicBezTo>
                        <a:cubicBezTo>
                          <a:pt x="70788" y="449225"/>
                          <a:pt x="94805" y="419290"/>
                          <a:pt x="127419" y="410239"/>
                        </a:cubicBezTo>
                        <a:lnTo>
                          <a:pt x="127419" y="102390"/>
                        </a:lnTo>
                        <a:cubicBezTo>
                          <a:pt x="127419" y="90996"/>
                          <a:pt x="136657" y="81757"/>
                          <a:pt x="148052" y="81757"/>
                        </a:cubicBezTo>
                        <a:cubicBezTo>
                          <a:pt x="159448" y="81757"/>
                          <a:pt x="168686" y="90994"/>
                          <a:pt x="168686" y="102390"/>
                        </a:cubicBezTo>
                        <a:lnTo>
                          <a:pt x="168686" y="410242"/>
                        </a:lnTo>
                        <a:cubicBezTo>
                          <a:pt x="201299" y="419293"/>
                          <a:pt x="225317" y="449228"/>
                          <a:pt x="225317" y="484686"/>
                        </a:cubicBezTo>
                        <a:cubicBezTo>
                          <a:pt x="225317" y="527288"/>
                          <a:pt x="190656" y="561948"/>
                          <a:pt x="148052" y="561948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0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 dirty="0"/>
                  </a:p>
                </p:txBody>
              </p:sp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BCC71EAB-5857-EC8B-A505-BBE7FFE7C360}"/>
                      </a:ext>
                    </a:extLst>
                  </p:cNvPr>
                  <p:cNvSpPr txBox="1"/>
                  <p:nvPr/>
                </p:nvSpPr>
                <p:spPr>
                  <a:xfrm>
                    <a:off x="3501198" y="440337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DE" dirty="0"/>
                      <a:t>°C</a:t>
                    </a:r>
                  </a:p>
                </p:txBody>
              </p:sp>
              <p:sp>
                <p:nvSpPr>
                  <p:cNvPr id="37" name="Pfeil nach oben 36">
                    <a:extLst>
                      <a:ext uri="{FF2B5EF4-FFF2-40B4-BE49-F238E27FC236}">
                        <a16:creationId xmlns:a16="http://schemas.microsoft.com/office/drawing/2014/main" id="{682C1682-D969-AD62-22A1-31D96F2CD258}"/>
                      </a:ext>
                    </a:extLst>
                  </p:cNvPr>
                  <p:cNvSpPr/>
                  <p:nvPr/>
                </p:nvSpPr>
                <p:spPr>
                  <a:xfrm>
                    <a:off x="3609435" y="4719268"/>
                    <a:ext cx="123415" cy="260931"/>
                  </a:xfrm>
                  <a:prstGeom prst="upArrow">
                    <a:avLst>
                      <a:gd name="adj1" fmla="val 36132"/>
                      <a:gd name="adj2" fmla="val 50000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41" name="Grafik 39">
                  <a:extLst>
                    <a:ext uri="{FF2B5EF4-FFF2-40B4-BE49-F238E27FC236}">
                      <a16:creationId xmlns:a16="http://schemas.microsoft.com/office/drawing/2014/main" id="{60EA3DAA-9F1B-CB32-7576-F77CAF7594C4}"/>
                    </a:ext>
                  </a:extLst>
                </p:cNvPr>
                <p:cNvGrpSpPr/>
                <p:nvPr/>
              </p:nvGrpSpPr>
              <p:grpSpPr>
                <a:xfrm>
                  <a:off x="2873908" y="4173889"/>
                  <a:ext cx="336120" cy="422045"/>
                  <a:chOff x="2873908" y="4173889"/>
                  <a:chExt cx="336120" cy="422045"/>
                </a:xfrm>
                <a:solidFill>
                  <a:srgbClr val="000000"/>
                </a:solidFill>
              </p:grpSpPr>
              <p:sp>
                <p:nvSpPr>
                  <p:cNvPr id="42" name="Freihandform 41">
                    <a:extLst>
                      <a:ext uri="{FF2B5EF4-FFF2-40B4-BE49-F238E27FC236}">
                        <a16:creationId xmlns:a16="http://schemas.microsoft.com/office/drawing/2014/main" id="{FD3EE6C7-87BE-9730-E6D7-F8F25B651DF2}"/>
                      </a:ext>
                    </a:extLst>
                  </p:cNvPr>
                  <p:cNvSpPr/>
                  <p:nvPr/>
                </p:nvSpPr>
                <p:spPr>
                  <a:xfrm flipV="1">
                    <a:off x="3124297" y="4211927"/>
                    <a:ext cx="85731" cy="358029"/>
                  </a:xfrm>
                  <a:custGeom>
                    <a:avLst/>
                    <a:gdLst>
                      <a:gd name="connsiteX0" fmla="*/ 21840 w 85731"/>
                      <a:gd name="connsiteY0" fmla="*/ 349530 h 358029"/>
                      <a:gd name="connsiteX1" fmla="*/ 7233 w 85731"/>
                      <a:gd name="connsiteY1" fmla="*/ 313728 h 358029"/>
                      <a:gd name="connsiteX2" fmla="*/ -6965 w 85731"/>
                      <a:gd name="connsiteY2" fmla="*/ 229012 h 358029"/>
                      <a:gd name="connsiteX3" fmla="*/ -2142 w 85731"/>
                      <a:gd name="connsiteY3" fmla="*/ 191138 h 358029"/>
                      <a:gd name="connsiteX4" fmla="*/ 16914 w 85731"/>
                      <a:gd name="connsiteY4" fmla="*/ 158529 h 358029"/>
                      <a:gd name="connsiteX5" fmla="*/ 39129 w 85731"/>
                      <a:gd name="connsiteY5" fmla="*/ 122353 h 358029"/>
                      <a:gd name="connsiteX6" fmla="*/ 42730 w 85731"/>
                      <a:gd name="connsiteY6" fmla="*/ 109615 h 358029"/>
                      <a:gd name="connsiteX7" fmla="*/ 42696 w 85731"/>
                      <a:gd name="connsiteY7" fmla="*/ 91952 h 358029"/>
                      <a:gd name="connsiteX8" fmla="*/ 27682 w 85731"/>
                      <a:gd name="connsiteY8" fmla="*/ 53059 h 358029"/>
                      <a:gd name="connsiteX9" fmla="*/ 13721 w 85731"/>
                      <a:gd name="connsiteY9" fmla="*/ 23337 h 358029"/>
                      <a:gd name="connsiteX10" fmla="*/ 6860 w 85731"/>
                      <a:gd name="connsiteY10" fmla="*/ 4825 h 358029"/>
                      <a:gd name="connsiteX11" fmla="*/ 38450 w 85731"/>
                      <a:gd name="connsiteY11" fmla="*/ -6996 h 358029"/>
                      <a:gd name="connsiteX12" fmla="*/ 66847 w 85731"/>
                      <a:gd name="connsiteY12" fmla="*/ 46231 h 358029"/>
                      <a:gd name="connsiteX13" fmla="*/ 77649 w 85731"/>
                      <a:gd name="connsiteY13" fmla="*/ 126022 h 358029"/>
                      <a:gd name="connsiteX14" fmla="*/ 73776 w 85731"/>
                      <a:gd name="connsiteY14" fmla="*/ 141104 h 358029"/>
                      <a:gd name="connsiteX15" fmla="*/ 64027 w 85731"/>
                      <a:gd name="connsiteY15" fmla="*/ 160907 h 358029"/>
                      <a:gd name="connsiteX16" fmla="*/ 43817 w 85731"/>
                      <a:gd name="connsiteY16" fmla="*/ 188013 h 358029"/>
                      <a:gd name="connsiteX17" fmla="*/ 30230 w 85731"/>
                      <a:gd name="connsiteY17" fmla="*/ 243109 h 358029"/>
                      <a:gd name="connsiteX18" fmla="*/ 32336 w 85731"/>
                      <a:gd name="connsiteY18" fmla="*/ 266717 h 358029"/>
                      <a:gd name="connsiteX19" fmla="*/ 45413 w 85731"/>
                      <a:gd name="connsiteY19" fmla="*/ 310093 h 358029"/>
                      <a:gd name="connsiteX20" fmla="*/ 53905 w 85731"/>
                      <a:gd name="connsiteY20" fmla="*/ 336486 h 358029"/>
                      <a:gd name="connsiteX21" fmla="*/ 38450 w 85731"/>
                      <a:gd name="connsiteY21" fmla="*/ 344639 h 358029"/>
                      <a:gd name="connsiteX22" fmla="*/ 28973 w 85731"/>
                      <a:gd name="connsiteY22" fmla="*/ 348647 h 358029"/>
                      <a:gd name="connsiteX23" fmla="*/ 22926 w 85731"/>
                      <a:gd name="connsiteY23" fmla="*/ 351025 h 358029"/>
                      <a:gd name="connsiteX24" fmla="*/ 21840 w 85731"/>
                      <a:gd name="connsiteY24" fmla="*/ 349530 h 3580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85731" h="358029">
                        <a:moveTo>
                          <a:pt x="21840" y="349530"/>
                        </a:moveTo>
                        <a:cubicBezTo>
                          <a:pt x="17695" y="339849"/>
                          <a:pt x="8830" y="318144"/>
                          <a:pt x="7233" y="313728"/>
                        </a:cubicBezTo>
                        <a:cubicBezTo>
                          <a:pt x="-1293" y="290290"/>
                          <a:pt x="-6150" y="261248"/>
                          <a:pt x="-6965" y="229012"/>
                        </a:cubicBezTo>
                        <a:cubicBezTo>
                          <a:pt x="-7407" y="212334"/>
                          <a:pt x="-5946" y="201023"/>
                          <a:pt x="-2142" y="191138"/>
                        </a:cubicBezTo>
                        <a:cubicBezTo>
                          <a:pt x="1731" y="181050"/>
                          <a:pt x="6656" y="172626"/>
                          <a:pt x="16914" y="158529"/>
                        </a:cubicBezTo>
                        <a:cubicBezTo>
                          <a:pt x="28056" y="143244"/>
                          <a:pt x="35868" y="130506"/>
                          <a:pt x="39129" y="122353"/>
                        </a:cubicBezTo>
                        <a:cubicBezTo>
                          <a:pt x="40624" y="118583"/>
                          <a:pt x="42084" y="113454"/>
                          <a:pt x="42730" y="109615"/>
                        </a:cubicBezTo>
                        <a:cubicBezTo>
                          <a:pt x="43477" y="105234"/>
                          <a:pt x="43477" y="96266"/>
                          <a:pt x="42696" y="91952"/>
                        </a:cubicBezTo>
                        <a:cubicBezTo>
                          <a:pt x="40726" y="80777"/>
                          <a:pt x="37601" y="72624"/>
                          <a:pt x="27682" y="53059"/>
                        </a:cubicBezTo>
                        <a:cubicBezTo>
                          <a:pt x="20854" y="39608"/>
                          <a:pt x="16608" y="30538"/>
                          <a:pt x="13721" y="23337"/>
                        </a:cubicBezTo>
                        <a:cubicBezTo>
                          <a:pt x="11072" y="16781"/>
                          <a:pt x="6724" y="4995"/>
                          <a:pt x="6860" y="4825"/>
                        </a:cubicBezTo>
                        <a:cubicBezTo>
                          <a:pt x="7369" y="4349"/>
                          <a:pt x="38212" y="-7234"/>
                          <a:pt x="38450" y="-6996"/>
                        </a:cubicBezTo>
                        <a:cubicBezTo>
                          <a:pt x="39265" y="-6147"/>
                          <a:pt x="65148" y="42257"/>
                          <a:pt x="66847" y="46231"/>
                        </a:cubicBezTo>
                        <a:cubicBezTo>
                          <a:pt x="76052" y="67292"/>
                          <a:pt x="80977" y="103705"/>
                          <a:pt x="77649" y="126022"/>
                        </a:cubicBezTo>
                        <a:cubicBezTo>
                          <a:pt x="76901" y="130913"/>
                          <a:pt x="75678" y="135669"/>
                          <a:pt x="73776" y="141104"/>
                        </a:cubicBezTo>
                        <a:cubicBezTo>
                          <a:pt x="69972" y="151837"/>
                          <a:pt x="67390" y="157136"/>
                          <a:pt x="64027" y="160907"/>
                        </a:cubicBezTo>
                        <a:cubicBezTo>
                          <a:pt x="58457" y="167225"/>
                          <a:pt x="47315" y="182137"/>
                          <a:pt x="43817" y="188013"/>
                        </a:cubicBezTo>
                        <a:cubicBezTo>
                          <a:pt x="35257" y="202381"/>
                          <a:pt x="30230" y="222830"/>
                          <a:pt x="30230" y="243109"/>
                        </a:cubicBezTo>
                        <a:cubicBezTo>
                          <a:pt x="30230" y="252450"/>
                          <a:pt x="30705" y="257681"/>
                          <a:pt x="32336" y="266717"/>
                        </a:cubicBezTo>
                        <a:cubicBezTo>
                          <a:pt x="33898" y="275242"/>
                          <a:pt x="34543" y="277382"/>
                          <a:pt x="45413" y="310093"/>
                        </a:cubicBezTo>
                        <a:cubicBezTo>
                          <a:pt x="50203" y="324428"/>
                          <a:pt x="54007" y="336317"/>
                          <a:pt x="53905" y="336486"/>
                        </a:cubicBezTo>
                        <a:cubicBezTo>
                          <a:pt x="53633" y="336928"/>
                          <a:pt x="43171" y="342465"/>
                          <a:pt x="38450" y="344639"/>
                        </a:cubicBezTo>
                        <a:cubicBezTo>
                          <a:pt x="36378" y="345624"/>
                          <a:pt x="32098" y="347424"/>
                          <a:pt x="28973" y="348647"/>
                        </a:cubicBezTo>
                        <a:cubicBezTo>
                          <a:pt x="25848" y="349870"/>
                          <a:pt x="23130" y="350923"/>
                          <a:pt x="22926" y="351025"/>
                        </a:cubicBezTo>
                        <a:cubicBezTo>
                          <a:pt x="22723" y="351093"/>
                          <a:pt x="22247" y="350413"/>
                          <a:pt x="21840" y="34953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 dirty="0"/>
                  </a:p>
                </p:txBody>
              </p:sp>
              <p:sp>
                <p:nvSpPr>
                  <p:cNvPr id="43" name="Freihandform 42">
                    <a:extLst>
                      <a:ext uri="{FF2B5EF4-FFF2-40B4-BE49-F238E27FC236}">
                        <a16:creationId xmlns:a16="http://schemas.microsoft.com/office/drawing/2014/main" id="{7F55AC2B-8039-874B-30DA-FD0CF5E759D4}"/>
                      </a:ext>
                    </a:extLst>
                  </p:cNvPr>
                  <p:cNvSpPr/>
                  <p:nvPr/>
                </p:nvSpPr>
                <p:spPr>
                  <a:xfrm flipV="1">
                    <a:off x="3004599" y="4173889"/>
                    <a:ext cx="89581" cy="356971"/>
                  </a:xfrm>
                  <a:custGeom>
                    <a:avLst/>
                    <a:gdLst>
                      <a:gd name="connsiteX0" fmla="*/ 23510 w 89581"/>
                      <a:gd name="connsiteY0" fmla="*/ 350036 h 356971"/>
                      <a:gd name="connsiteX1" fmla="*/ 20996 w 89581"/>
                      <a:gd name="connsiteY1" fmla="*/ 343038 h 356971"/>
                      <a:gd name="connsiteX2" fmla="*/ 9277 w 89581"/>
                      <a:gd name="connsiteY2" fmla="*/ 312603 h 356971"/>
                      <a:gd name="connsiteX3" fmla="*/ 5847 w 89581"/>
                      <a:gd name="connsiteY3" fmla="*/ 303839 h 356971"/>
                      <a:gd name="connsiteX4" fmla="*/ -4547 w 89581"/>
                      <a:gd name="connsiteY4" fmla="*/ 238451 h 356971"/>
                      <a:gd name="connsiteX5" fmla="*/ -4547 w 89581"/>
                      <a:gd name="connsiteY5" fmla="*/ 210088 h 356971"/>
                      <a:gd name="connsiteX6" fmla="*/ -1083 w 89581"/>
                      <a:gd name="connsiteY6" fmla="*/ 195754 h 356971"/>
                      <a:gd name="connsiteX7" fmla="*/ 8055 w 89581"/>
                      <a:gd name="connsiteY7" fmla="*/ 176120 h 356971"/>
                      <a:gd name="connsiteX8" fmla="*/ 26024 w 89581"/>
                      <a:gd name="connsiteY8" fmla="*/ 151052 h 356971"/>
                      <a:gd name="connsiteX9" fmla="*/ 35297 w 89581"/>
                      <a:gd name="connsiteY9" fmla="*/ 139605 h 356971"/>
                      <a:gd name="connsiteX10" fmla="*/ 45827 w 89581"/>
                      <a:gd name="connsiteY10" fmla="*/ 110393 h 356971"/>
                      <a:gd name="connsiteX11" fmla="*/ 46574 w 89581"/>
                      <a:gd name="connsiteY11" fmla="*/ 98844 h 356971"/>
                      <a:gd name="connsiteX12" fmla="*/ 36180 w 89581"/>
                      <a:gd name="connsiteY12" fmla="*/ 54516 h 356971"/>
                      <a:gd name="connsiteX13" fmla="*/ 25922 w 89581"/>
                      <a:gd name="connsiteY13" fmla="*/ 33456 h 356971"/>
                      <a:gd name="connsiteX14" fmla="*/ 12912 w 89581"/>
                      <a:gd name="connsiteY14" fmla="*/ 6485 h 356971"/>
                      <a:gd name="connsiteX15" fmla="*/ 16207 w 89581"/>
                      <a:gd name="connsiteY15" fmla="*/ 3938 h 356971"/>
                      <a:gd name="connsiteX16" fmla="*/ 38014 w 89581"/>
                      <a:gd name="connsiteY16" fmla="*/ -5981 h 356971"/>
                      <a:gd name="connsiteX17" fmla="*/ 40630 w 89581"/>
                      <a:gd name="connsiteY17" fmla="*/ -6932 h 356971"/>
                      <a:gd name="connsiteX18" fmla="*/ 43789 w 89581"/>
                      <a:gd name="connsiteY18" fmla="*/ -3128 h 356971"/>
                      <a:gd name="connsiteX19" fmla="*/ 62912 w 89581"/>
                      <a:gd name="connsiteY19" fmla="*/ 25779 h 356971"/>
                      <a:gd name="connsiteX20" fmla="*/ 73171 w 89581"/>
                      <a:gd name="connsiteY20" fmla="*/ 42865 h 356971"/>
                      <a:gd name="connsiteX21" fmla="*/ 78028 w 89581"/>
                      <a:gd name="connsiteY21" fmla="*/ 54618 h 356971"/>
                      <a:gd name="connsiteX22" fmla="*/ 84040 w 89581"/>
                      <a:gd name="connsiteY22" fmla="*/ 86615 h 356971"/>
                      <a:gd name="connsiteX23" fmla="*/ 84040 w 89581"/>
                      <a:gd name="connsiteY23" fmla="*/ 114469 h 356971"/>
                      <a:gd name="connsiteX24" fmla="*/ 72423 w 89581"/>
                      <a:gd name="connsiteY24" fmla="*/ 149795 h 356971"/>
                      <a:gd name="connsiteX25" fmla="*/ 60297 w 89581"/>
                      <a:gd name="connsiteY25" fmla="*/ 167221 h 356971"/>
                      <a:gd name="connsiteX26" fmla="*/ 41343 w 89581"/>
                      <a:gd name="connsiteY26" fmla="*/ 197350 h 356971"/>
                      <a:gd name="connsiteX27" fmla="*/ 32206 w 89581"/>
                      <a:gd name="connsiteY27" fmla="*/ 222826 h 356971"/>
                      <a:gd name="connsiteX28" fmla="*/ 34040 w 89581"/>
                      <a:gd name="connsiteY28" fmla="*/ 262738 h 356971"/>
                      <a:gd name="connsiteX29" fmla="*/ 43721 w 89581"/>
                      <a:gd name="connsiteY29" fmla="*/ 295178 h 356971"/>
                      <a:gd name="connsiteX30" fmla="*/ 57478 w 89581"/>
                      <a:gd name="connsiteY30" fmla="*/ 338079 h 356971"/>
                      <a:gd name="connsiteX31" fmla="*/ 23510 w 89581"/>
                      <a:gd name="connsiteY31" fmla="*/ 350036 h 356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9581" h="356971">
                        <a:moveTo>
                          <a:pt x="23510" y="350036"/>
                        </a:moveTo>
                        <a:cubicBezTo>
                          <a:pt x="23442" y="349900"/>
                          <a:pt x="22321" y="346775"/>
                          <a:pt x="20996" y="343038"/>
                        </a:cubicBezTo>
                        <a:cubicBezTo>
                          <a:pt x="17022" y="331693"/>
                          <a:pt x="14033" y="323880"/>
                          <a:pt x="9277" y="312603"/>
                        </a:cubicBezTo>
                        <a:cubicBezTo>
                          <a:pt x="8089" y="309750"/>
                          <a:pt x="6526" y="305810"/>
                          <a:pt x="5847" y="303839"/>
                        </a:cubicBezTo>
                        <a:cubicBezTo>
                          <a:pt x="1057" y="290015"/>
                          <a:pt x="-2407" y="268207"/>
                          <a:pt x="-4547" y="238451"/>
                        </a:cubicBezTo>
                        <a:cubicBezTo>
                          <a:pt x="-5091" y="230843"/>
                          <a:pt x="-5091" y="214504"/>
                          <a:pt x="-4547" y="210088"/>
                        </a:cubicBezTo>
                        <a:cubicBezTo>
                          <a:pt x="-4004" y="205740"/>
                          <a:pt x="-2951" y="201291"/>
                          <a:pt x="-1083" y="195754"/>
                        </a:cubicBezTo>
                        <a:cubicBezTo>
                          <a:pt x="1567" y="187805"/>
                          <a:pt x="3265" y="184171"/>
                          <a:pt x="8055" y="176120"/>
                        </a:cubicBezTo>
                        <a:cubicBezTo>
                          <a:pt x="14610" y="165183"/>
                          <a:pt x="18551" y="159680"/>
                          <a:pt x="26024" y="151052"/>
                        </a:cubicBezTo>
                        <a:cubicBezTo>
                          <a:pt x="32851" y="143172"/>
                          <a:pt x="33225" y="142730"/>
                          <a:pt x="35297" y="139605"/>
                        </a:cubicBezTo>
                        <a:cubicBezTo>
                          <a:pt x="40494" y="131826"/>
                          <a:pt x="43958" y="122146"/>
                          <a:pt x="45827" y="110393"/>
                        </a:cubicBezTo>
                        <a:cubicBezTo>
                          <a:pt x="46404" y="106656"/>
                          <a:pt x="46574" y="104211"/>
                          <a:pt x="46574" y="98844"/>
                        </a:cubicBezTo>
                        <a:cubicBezTo>
                          <a:pt x="46574" y="84781"/>
                          <a:pt x="44230" y="74794"/>
                          <a:pt x="36180" y="54516"/>
                        </a:cubicBezTo>
                        <a:cubicBezTo>
                          <a:pt x="32987" y="46499"/>
                          <a:pt x="30643" y="41710"/>
                          <a:pt x="25922" y="33456"/>
                        </a:cubicBezTo>
                        <a:cubicBezTo>
                          <a:pt x="19706" y="22722"/>
                          <a:pt x="12470" y="7674"/>
                          <a:pt x="12912" y="6485"/>
                        </a:cubicBezTo>
                        <a:cubicBezTo>
                          <a:pt x="13014" y="6247"/>
                          <a:pt x="14474" y="5092"/>
                          <a:pt x="16207" y="3938"/>
                        </a:cubicBezTo>
                        <a:cubicBezTo>
                          <a:pt x="20759" y="813"/>
                          <a:pt x="25514" y="-1361"/>
                          <a:pt x="38014" y="-5981"/>
                        </a:cubicBezTo>
                        <a:lnTo>
                          <a:pt x="40630" y="-6932"/>
                        </a:lnTo>
                        <a:lnTo>
                          <a:pt x="43789" y="-3128"/>
                        </a:lnTo>
                        <a:cubicBezTo>
                          <a:pt x="50888" y="5364"/>
                          <a:pt x="53945" y="9984"/>
                          <a:pt x="62912" y="25779"/>
                        </a:cubicBezTo>
                        <a:cubicBezTo>
                          <a:pt x="68415" y="35528"/>
                          <a:pt x="70963" y="39706"/>
                          <a:pt x="73171" y="42865"/>
                        </a:cubicBezTo>
                        <a:cubicBezTo>
                          <a:pt x="75311" y="45888"/>
                          <a:pt x="76500" y="48775"/>
                          <a:pt x="78028" y="54618"/>
                        </a:cubicBezTo>
                        <a:cubicBezTo>
                          <a:pt x="80678" y="64876"/>
                          <a:pt x="82852" y="76391"/>
                          <a:pt x="84040" y="86615"/>
                        </a:cubicBezTo>
                        <a:cubicBezTo>
                          <a:pt x="84822" y="93647"/>
                          <a:pt x="84822" y="107913"/>
                          <a:pt x="84040" y="114469"/>
                        </a:cubicBezTo>
                        <a:cubicBezTo>
                          <a:pt x="82240" y="129007"/>
                          <a:pt x="78979" y="138960"/>
                          <a:pt x="72423" y="149795"/>
                        </a:cubicBezTo>
                        <a:cubicBezTo>
                          <a:pt x="69061" y="155366"/>
                          <a:pt x="67362" y="157846"/>
                          <a:pt x="60297" y="167221"/>
                        </a:cubicBezTo>
                        <a:cubicBezTo>
                          <a:pt x="51329" y="179144"/>
                          <a:pt x="46506" y="186786"/>
                          <a:pt x="41343" y="197350"/>
                        </a:cubicBezTo>
                        <a:cubicBezTo>
                          <a:pt x="36621" y="207031"/>
                          <a:pt x="33768" y="214946"/>
                          <a:pt x="32206" y="222826"/>
                        </a:cubicBezTo>
                        <a:cubicBezTo>
                          <a:pt x="29930" y="234205"/>
                          <a:pt x="30541" y="247011"/>
                          <a:pt x="34040" y="262738"/>
                        </a:cubicBezTo>
                        <a:cubicBezTo>
                          <a:pt x="35772" y="270449"/>
                          <a:pt x="37369" y="275884"/>
                          <a:pt x="43721" y="295178"/>
                        </a:cubicBezTo>
                        <a:cubicBezTo>
                          <a:pt x="53503" y="324899"/>
                          <a:pt x="57647" y="337909"/>
                          <a:pt x="57478" y="338079"/>
                        </a:cubicBezTo>
                        <a:cubicBezTo>
                          <a:pt x="57070" y="338487"/>
                          <a:pt x="23646" y="350273"/>
                          <a:pt x="23510" y="350036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  <p:sp>
                <p:nvSpPr>
                  <p:cNvPr id="44" name="Freihandform 43">
                    <a:extLst>
                      <a:ext uri="{FF2B5EF4-FFF2-40B4-BE49-F238E27FC236}">
                        <a16:creationId xmlns:a16="http://schemas.microsoft.com/office/drawing/2014/main" id="{12C571B7-0E1F-BB31-D5B7-854BE0F5E737}"/>
                      </a:ext>
                    </a:extLst>
                  </p:cNvPr>
                  <p:cNvSpPr/>
                  <p:nvPr/>
                </p:nvSpPr>
                <p:spPr>
                  <a:xfrm flipV="1">
                    <a:off x="2873908" y="4236385"/>
                    <a:ext cx="89243" cy="359549"/>
                  </a:xfrm>
                  <a:custGeom>
                    <a:avLst/>
                    <a:gdLst>
                      <a:gd name="connsiteX0" fmla="*/ 28608 w 89243"/>
                      <a:gd name="connsiteY0" fmla="*/ 352066 h 359549"/>
                      <a:gd name="connsiteX1" fmla="*/ 22120 w 89243"/>
                      <a:gd name="connsiteY1" fmla="*/ 336509 h 359549"/>
                      <a:gd name="connsiteX2" fmla="*/ 14545 w 89243"/>
                      <a:gd name="connsiteY2" fmla="*/ 318506 h 359549"/>
                      <a:gd name="connsiteX3" fmla="*/ -706 w 89243"/>
                      <a:gd name="connsiteY3" fmla="*/ 251759 h 359549"/>
                      <a:gd name="connsiteX4" fmla="*/ 279 w 89243"/>
                      <a:gd name="connsiteY4" fmla="*/ 208756 h 359549"/>
                      <a:gd name="connsiteX5" fmla="*/ 22358 w 89243"/>
                      <a:gd name="connsiteY5" fmla="*/ 168028 h 359549"/>
                      <a:gd name="connsiteX6" fmla="*/ 44912 w 89243"/>
                      <a:gd name="connsiteY6" fmla="*/ 133483 h 359549"/>
                      <a:gd name="connsiteX7" fmla="*/ 50891 w 89243"/>
                      <a:gd name="connsiteY7" fmla="*/ 97205 h 359549"/>
                      <a:gd name="connsiteX8" fmla="*/ 41414 w 89243"/>
                      <a:gd name="connsiteY8" fmla="*/ 53387 h 359549"/>
                      <a:gd name="connsiteX9" fmla="*/ 23071 w 89243"/>
                      <a:gd name="connsiteY9" fmla="*/ 24039 h 359549"/>
                      <a:gd name="connsiteX10" fmla="*/ 17025 w 89243"/>
                      <a:gd name="connsiteY10" fmla="*/ 15343 h 359549"/>
                      <a:gd name="connsiteX11" fmla="*/ 31903 w 89243"/>
                      <a:gd name="connsiteY11" fmla="*/ 974 h 359549"/>
                      <a:gd name="connsiteX12" fmla="*/ 42297 w 89243"/>
                      <a:gd name="connsiteY12" fmla="*/ -5921 h 359549"/>
                      <a:gd name="connsiteX13" fmla="*/ 43689 w 89243"/>
                      <a:gd name="connsiteY13" fmla="*/ -6736 h 359549"/>
                      <a:gd name="connsiteX14" fmla="*/ 49940 w 89243"/>
                      <a:gd name="connsiteY14" fmla="*/ -588 h 359549"/>
                      <a:gd name="connsiteX15" fmla="*/ 57107 w 89243"/>
                      <a:gd name="connsiteY15" fmla="*/ 6172 h 359549"/>
                      <a:gd name="connsiteX16" fmla="*/ 65769 w 89243"/>
                      <a:gd name="connsiteY16" fmla="*/ 20166 h 359549"/>
                      <a:gd name="connsiteX17" fmla="*/ 74396 w 89243"/>
                      <a:gd name="connsiteY17" fmla="*/ 38950 h 359549"/>
                      <a:gd name="connsiteX18" fmla="*/ 86251 w 89243"/>
                      <a:gd name="connsiteY18" fmla="*/ 101485 h 359549"/>
                      <a:gd name="connsiteX19" fmla="*/ 85742 w 89243"/>
                      <a:gd name="connsiteY19" fmla="*/ 130324 h 359549"/>
                      <a:gd name="connsiteX20" fmla="*/ 63289 w 89243"/>
                      <a:gd name="connsiteY20" fmla="*/ 173803 h 359549"/>
                      <a:gd name="connsiteX21" fmla="*/ 41380 w 89243"/>
                      <a:gd name="connsiteY21" fmla="*/ 209367 h 359549"/>
                      <a:gd name="connsiteX22" fmla="*/ 35367 w 89243"/>
                      <a:gd name="connsiteY22" fmla="*/ 229544 h 359549"/>
                      <a:gd name="connsiteX23" fmla="*/ 35367 w 89243"/>
                      <a:gd name="connsiteY23" fmla="*/ 253933 h 359549"/>
                      <a:gd name="connsiteX24" fmla="*/ 48003 w 89243"/>
                      <a:gd name="connsiteY24" fmla="*/ 302371 h 359549"/>
                      <a:gd name="connsiteX25" fmla="*/ 57684 w 89243"/>
                      <a:gd name="connsiteY25" fmla="*/ 336441 h 359549"/>
                      <a:gd name="connsiteX26" fmla="*/ 58296 w 89243"/>
                      <a:gd name="connsiteY26" fmla="*/ 345680 h 359549"/>
                      <a:gd name="connsiteX27" fmla="*/ 43927 w 89243"/>
                      <a:gd name="connsiteY27" fmla="*/ 349246 h 359549"/>
                      <a:gd name="connsiteX28" fmla="*/ 29253 w 89243"/>
                      <a:gd name="connsiteY28" fmla="*/ 352813 h 359549"/>
                      <a:gd name="connsiteX29" fmla="*/ 28608 w 89243"/>
                      <a:gd name="connsiteY29" fmla="*/ 352066 h 359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89243" h="359549">
                        <a:moveTo>
                          <a:pt x="28608" y="352066"/>
                        </a:moveTo>
                        <a:cubicBezTo>
                          <a:pt x="28472" y="351624"/>
                          <a:pt x="25551" y="344627"/>
                          <a:pt x="22120" y="336509"/>
                        </a:cubicBezTo>
                        <a:cubicBezTo>
                          <a:pt x="18655" y="328390"/>
                          <a:pt x="15258" y="320272"/>
                          <a:pt x="14545" y="318506"/>
                        </a:cubicBezTo>
                        <a:cubicBezTo>
                          <a:pt x="9008" y="304545"/>
                          <a:pt x="3166" y="278967"/>
                          <a:pt x="-706" y="251759"/>
                        </a:cubicBezTo>
                        <a:cubicBezTo>
                          <a:pt x="-3662" y="231140"/>
                          <a:pt x="-3424" y="221901"/>
                          <a:pt x="279" y="208756"/>
                        </a:cubicBezTo>
                        <a:cubicBezTo>
                          <a:pt x="3947" y="195814"/>
                          <a:pt x="8329" y="187763"/>
                          <a:pt x="22358" y="168028"/>
                        </a:cubicBezTo>
                        <a:cubicBezTo>
                          <a:pt x="33873" y="151826"/>
                          <a:pt x="41651" y="139937"/>
                          <a:pt x="44912" y="133483"/>
                        </a:cubicBezTo>
                        <a:cubicBezTo>
                          <a:pt x="49770" y="123870"/>
                          <a:pt x="51740" y="111879"/>
                          <a:pt x="50891" y="97205"/>
                        </a:cubicBezTo>
                        <a:cubicBezTo>
                          <a:pt x="49736" y="77368"/>
                          <a:pt x="47188" y="65513"/>
                          <a:pt x="41414" y="53387"/>
                        </a:cubicBezTo>
                        <a:cubicBezTo>
                          <a:pt x="37643" y="45472"/>
                          <a:pt x="33159" y="38271"/>
                          <a:pt x="23071" y="24039"/>
                        </a:cubicBezTo>
                        <a:cubicBezTo>
                          <a:pt x="19844" y="19487"/>
                          <a:pt x="17127" y="15547"/>
                          <a:pt x="17025" y="15343"/>
                        </a:cubicBezTo>
                        <a:cubicBezTo>
                          <a:pt x="16855" y="14833"/>
                          <a:pt x="27827" y="4235"/>
                          <a:pt x="31903" y="974"/>
                        </a:cubicBezTo>
                        <a:cubicBezTo>
                          <a:pt x="34518" y="-1132"/>
                          <a:pt x="38289" y="-3611"/>
                          <a:pt x="42297" y="-5921"/>
                        </a:cubicBezTo>
                        <a:lnTo>
                          <a:pt x="43689" y="-6736"/>
                        </a:lnTo>
                        <a:lnTo>
                          <a:pt x="49940" y="-588"/>
                        </a:lnTo>
                        <a:cubicBezTo>
                          <a:pt x="53370" y="2809"/>
                          <a:pt x="56597" y="5832"/>
                          <a:pt x="57107" y="6172"/>
                        </a:cubicBezTo>
                        <a:cubicBezTo>
                          <a:pt x="58601" y="7123"/>
                          <a:pt x="61692" y="12150"/>
                          <a:pt x="65769" y="20166"/>
                        </a:cubicBezTo>
                        <a:cubicBezTo>
                          <a:pt x="70082" y="28726"/>
                          <a:pt x="72494" y="33923"/>
                          <a:pt x="74396" y="38950"/>
                        </a:cubicBezTo>
                        <a:cubicBezTo>
                          <a:pt x="80545" y="55051"/>
                          <a:pt x="84451" y="75772"/>
                          <a:pt x="86251" y="101485"/>
                        </a:cubicBezTo>
                        <a:cubicBezTo>
                          <a:pt x="86761" y="109298"/>
                          <a:pt x="86489" y="125636"/>
                          <a:pt x="85742" y="130324"/>
                        </a:cubicBezTo>
                        <a:cubicBezTo>
                          <a:pt x="83704" y="142756"/>
                          <a:pt x="77827" y="154135"/>
                          <a:pt x="63289" y="173803"/>
                        </a:cubicBezTo>
                        <a:cubicBezTo>
                          <a:pt x="53778" y="186643"/>
                          <a:pt x="45829" y="199584"/>
                          <a:pt x="41380" y="209367"/>
                        </a:cubicBezTo>
                        <a:cubicBezTo>
                          <a:pt x="38153" y="216534"/>
                          <a:pt x="36590" y="221765"/>
                          <a:pt x="35367" y="229544"/>
                        </a:cubicBezTo>
                        <a:cubicBezTo>
                          <a:pt x="34552" y="234843"/>
                          <a:pt x="34552" y="247513"/>
                          <a:pt x="35367" y="253933"/>
                        </a:cubicBezTo>
                        <a:cubicBezTo>
                          <a:pt x="37507" y="270237"/>
                          <a:pt x="40463" y="281583"/>
                          <a:pt x="48003" y="302371"/>
                        </a:cubicBezTo>
                        <a:cubicBezTo>
                          <a:pt x="55103" y="322038"/>
                          <a:pt x="57039" y="328866"/>
                          <a:pt x="57684" y="336441"/>
                        </a:cubicBezTo>
                        <a:cubicBezTo>
                          <a:pt x="58262" y="343846"/>
                          <a:pt x="58398" y="345680"/>
                          <a:pt x="58296" y="345680"/>
                        </a:cubicBezTo>
                        <a:cubicBezTo>
                          <a:pt x="58228" y="345680"/>
                          <a:pt x="51774" y="347276"/>
                          <a:pt x="43927" y="349246"/>
                        </a:cubicBezTo>
                        <a:cubicBezTo>
                          <a:pt x="36081" y="351217"/>
                          <a:pt x="29491" y="352813"/>
                          <a:pt x="29253" y="352813"/>
                        </a:cubicBezTo>
                        <a:cubicBezTo>
                          <a:pt x="29049" y="352813"/>
                          <a:pt x="28744" y="352473"/>
                          <a:pt x="28608" y="35206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de-DE"/>
                  </a:p>
                </p:txBody>
              </p:sp>
            </p:grpSp>
            <p:sp>
              <p:nvSpPr>
                <p:cNvPr id="47" name="Multiplizieren 46">
                  <a:extLst>
                    <a:ext uri="{FF2B5EF4-FFF2-40B4-BE49-F238E27FC236}">
                      <a16:creationId xmlns:a16="http://schemas.microsoft.com/office/drawing/2014/main" id="{D88EDC76-1F6C-499F-AB78-8BD09AEBA9EE}"/>
                    </a:ext>
                  </a:extLst>
                </p:cNvPr>
                <p:cNvSpPr/>
                <p:nvPr/>
              </p:nvSpPr>
              <p:spPr>
                <a:xfrm rot="190912">
                  <a:off x="2585074" y="4297528"/>
                  <a:ext cx="902799" cy="984871"/>
                </a:xfrm>
                <a:prstGeom prst="mathMultiply">
                  <a:avLst>
                    <a:gd name="adj1" fmla="val 6249"/>
                  </a:avLst>
                </a:prstGeom>
                <a:solidFill>
                  <a:srgbClr val="FF0000">
                    <a:alpha val="37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49" name="Textfeld 48">
                  <a:extLst>
                    <a:ext uri="{FF2B5EF4-FFF2-40B4-BE49-F238E27FC236}">
                      <a16:creationId xmlns:a16="http://schemas.microsoft.com/office/drawing/2014/main" id="{50C8DCDB-7ED8-17EC-BD1C-D359B4EDA968}"/>
                    </a:ext>
                  </a:extLst>
                </p:cNvPr>
                <p:cNvSpPr txBox="1"/>
                <p:nvPr/>
              </p:nvSpPr>
              <p:spPr>
                <a:xfrm>
                  <a:off x="2904995" y="5355472"/>
                  <a:ext cx="590444" cy="1988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100" b="1" dirty="0" err="1">
                      <a:solidFill>
                        <a:schemeClr val="accent6">
                          <a:lumMod val="75000"/>
                        </a:schemeClr>
                      </a:solidFill>
                      <a:latin typeface="Helvetica" pitchFamily="2" charset="0"/>
                    </a:rPr>
                    <a:t>replace</a:t>
                  </a:r>
                  <a:endParaRPr lang="de-DE" sz="105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endParaRPr>
                </a:p>
              </p:txBody>
            </p:sp>
          </p:grpSp>
          <p:grpSp>
            <p:nvGrpSpPr>
              <p:cNvPr id="1035" name="Grafik 19">
                <a:extLst>
                  <a:ext uri="{FF2B5EF4-FFF2-40B4-BE49-F238E27FC236}">
                    <a16:creationId xmlns:a16="http://schemas.microsoft.com/office/drawing/2014/main" id="{145368ED-941A-CB08-CD67-C6D0AF051E07}"/>
                  </a:ext>
                </a:extLst>
              </p:cNvPr>
              <p:cNvGrpSpPr/>
              <p:nvPr/>
            </p:nvGrpSpPr>
            <p:grpSpPr>
              <a:xfrm>
                <a:off x="2962185" y="3660344"/>
                <a:ext cx="1595418" cy="2232348"/>
                <a:chOff x="906802" y="3840480"/>
                <a:chExt cx="1940976" cy="2560319"/>
              </a:xfrm>
              <a:solidFill>
                <a:schemeClr val="tx1"/>
              </a:solidFill>
            </p:grpSpPr>
            <p:sp>
              <p:nvSpPr>
                <p:cNvPr id="1054" name="Freihandform 1053">
                  <a:extLst>
                    <a:ext uri="{FF2B5EF4-FFF2-40B4-BE49-F238E27FC236}">
                      <a16:creationId xmlns:a16="http://schemas.microsoft.com/office/drawing/2014/main" id="{10EB4B2C-64A1-5B64-9643-06BF66CA8EFC}"/>
                    </a:ext>
                  </a:extLst>
                </p:cNvPr>
                <p:cNvSpPr/>
                <p:nvPr/>
              </p:nvSpPr>
              <p:spPr>
                <a:xfrm>
                  <a:off x="1703100" y="5698508"/>
                  <a:ext cx="348380" cy="348380"/>
                </a:xfrm>
                <a:custGeom>
                  <a:avLst/>
                  <a:gdLst>
                    <a:gd name="connsiteX0" fmla="*/ 174190 w 348380"/>
                    <a:gd name="connsiteY0" fmla="*/ 348380 h 348380"/>
                    <a:gd name="connsiteX1" fmla="*/ 348380 w 348380"/>
                    <a:gd name="connsiteY1" fmla="*/ 174190 h 348380"/>
                    <a:gd name="connsiteX2" fmla="*/ 174190 w 348380"/>
                    <a:gd name="connsiteY2" fmla="*/ 0 h 348380"/>
                    <a:gd name="connsiteX3" fmla="*/ 0 w 348380"/>
                    <a:gd name="connsiteY3" fmla="*/ 174190 h 348380"/>
                    <a:gd name="connsiteX4" fmla="*/ 174190 w 348380"/>
                    <a:gd name="connsiteY4" fmla="*/ 348380 h 348380"/>
                    <a:gd name="connsiteX5" fmla="*/ 174190 w 348380"/>
                    <a:gd name="connsiteY5" fmla="*/ 82948 h 348380"/>
                    <a:gd name="connsiteX6" fmla="*/ 265433 w 348380"/>
                    <a:gd name="connsiteY6" fmla="*/ 174190 h 348380"/>
                    <a:gd name="connsiteX7" fmla="*/ 174190 w 348380"/>
                    <a:gd name="connsiteY7" fmla="*/ 265433 h 348380"/>
                    <a:gd name="connsiteX8" fmla="*/ 82948 w 348380"/>
                    <a:gd name="connsiteY8" fmla="*/ 174190 h 348380"/>
                    <a:gd name="connsiteX9" fmla="*/ 174190 w 348380"/>
                    <a:gd name="connsiteY9" fmla="*/ 82948 h 348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8380" h="348380">
                      <a:moveTo>
                        <a:pt x="174190" y="348380"/>
                      </a:moveTo>
                      <a:cubicBezTo>
                        <a:pt x="270238" y="348380"/>
                        <a:pt x="348380" y="270238"/>
                        <a:pt x="348380" y="174190"/>
                      </a:cubicBezTo>
                      <a:cubicBezTo>
                        <a:pt x="348380" y="78142"/>
                        <a:pt x="270238" y="0"/>
                        <a:pt x="174190" y="0"/>
                      </a:cubicBezTo>
                      <a:cubicBezTo>
                        <a:pt x="78142" y="0"/>
                        <a:pt x="0" y="78142"/>
                        <a:pt x="0" y="174190"/>
                      </a:cubicBezTo>
                      <a:cubicBezTo>
                        <a:pt x="0" y="270238"/>
                        <a:pt x="78142" y="348380"/>
                        <a:pt x="174190" y="348380"/>
                      </a:cubicBezTo>
                      <a:close/>
                      <a:moveTo>
                        <a:pt x="174190" y="82948"/>
                      </a:moveTo>
                      <a:cubicBezTo>
                        <a:pt x="224501" y="82948"/>
                        <a:pt x="265433" y="123880"/>
                        <a:pt x="265433" y="174190"/>
                      </a:cubicBezTo>
                      <a:cubicBezTo>
                        <a:pt x="265433" y="224501"/>
                        <a:pt x="224501" y="265433"/>
                        <a:pt x="174190" y="265433"/>
                      </a:cubicBezTo>
                      <a:cubicBezTo>
                        <a:pt x="123880" y="265433"/>
                        <a:pt x="82948" y="224501"/>
                        <a:pt x="82948" y="174190"/>
                      </a:cubicBezTo>
                      <a:cubicBezTo>
                        <a:pt x="82948" y="123880"/>
                        <a:pt x="123880" y="82948"/>
                        <a:pt x="174190" y="82948"/>
                      </a:cubicBezTo>
                      <a:close/>
                    </a:path>
                  </a:pathLst>
                </a:custGeom>
                <a:grpFill/>
                <a:ln w="285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055" name="Freihandform 1054">
                  <a:extLst>
                    <a:ext uri="{FF2B5EF4-FFF2-40B4-BE49-F238E27FC236}">
                      <a16:creationId xmlns:a16="http://schemas.microsoft.com/office/drawing/2014/main" id="{727C5C15-982D-43E9-DAFC-0213479004DC}"/>
                    </a:ext>
                  </a:extLst>
                </p:cNvPr>
                <p:cNvSpPr/>
                <p:nvPr/>
              </p:nvSpPr>
              <p:spPr>
                <a:xfrm>
                  <a:off x="906802" y="3840480"/>
                  <a:ext cx="1940976" cy="2560319"/>
                </a:xfrm>
                <a:custGeom>
                  <a:avLst/>
                  <a:gdLst>
                    <a:gd name="connsiteX0" fmla="*/ 1899502 w 1940976"/>
                    <a:gd name="connsiteY0" fmla="*/ 569574 h 2560319"/>
                    <a:gd name="connsiteX1" fmla="*/ 1940976 w 1940976"/>
                    <a:gd name="connsiteY1" fmla="*/ 528100 h 2560319"/>
                    <a:gd name="connsiteX2" fmla="*/ 1940976 w 1940976"/>
                    <a:gd name="connsiteY2" fmla="*/ 85713 h 2560319"/>
                    <a:gd name="connsiteX3" fmla="*/ 1855264 w 1940976"/>
                    <a:gd name="connsiteY3" fmla="*/ 0 h 2560319"/>
                    <a:gd name="connsiteX4" fmla="*/ 1678309 w 1940976"/>
                    <a:gd name="connsiteY4" fmla="*/ 0 h 2560319"/>
                    <a:gd name="connsiteX5" fmla="*/ 1592596 w 1940976"/>
                    <a:gd name="connsiteY5" fmla="*/ 85713 h 2560319"/>
                    <a:gd name="connsiteX6" fmla="*/ 1592596 w 1940976"/>
                    <a:gd name="connsiteY6" fmla="*/ 97309 h 2560319"/>
                    <a:gd name="connsiteX7" fmla="*/ 1545592 w 1940976"/>
                    <a:gd name="connsiteY7" fmla="*/ 88478 h 2560319"/>
                    <a:gd name="connsiteX8" fmla="*/ 1498589 w 1940976"/>
                    <a:gd name="connsiteY8" fmla="*/ 97309 h 2560319"/>
                    <a:gd name="connsiteX9" fmla="*/ 1498589 w 1940976"/>
                    <a:gd name="connsiteY9" fmla="*/ 85713 h 2560319"/>
                    <a:gd name="connsiteX10" fmla="*/ 1412876 w 1940976"/>
                    <a:gd name="connsiteY10" fmla="*/ 0 h 2560319"/>
                    <a:gd name="connsiteX11" fmla="*/ 926249 w 1940976"/>
                    <a:gd name="connsiteY11" fmla="*/ 0 h 2560319"/>
                    <a:gd name="connsiteX12" fmla="*/ 884775 w 1940976"/>
                    <a:gd name="connsiteY12" fmla="*/ 41474 h 2560319"/>
                    <a:gd name="connsiteX13" fmla="*/ 884775 w 1940976"/>
                    <a:gd name="connsiteY13" fmla="*/ 44239 h 2560319"/>
                    <a:gd name="connsiteX14" fmla="*/ 687742 w 1940976"/>
                    <a:gd name="connsiteY14" fmla="*/ 44239 h 2560319"/>
                    <a:gd name="connsiteX15" fmla="*/ 542793 w 1940976"/>
                    <a:gd name="connsiteY15" fmla="*/ 151866 h 2560319"/>
                    <a:gd name="connsiteX16" fmla="*/ 149179 w 1940976"/>
                    <a:gd name="connsiteY16" fmla="*/ 985043 h 2560319"/>
                    <a:gd name="connsiteX17" fmla="*/ 148709 w 1940976"/>
                    <a:gd name="connsiteY17" fmla="*/ 986176 h 2560319"/>
                    <a:gd name="connsiteX18" fmla="*/ 132716 w 1940976"/>
                    <a:gd name="connsiteY18" fmla="*/ 1058966 h 2560319"/>
                    <a:gd name="connsiteX19" fmla="*/ 172244 w 1940976"/>
                    <a:gd name="connsiteY19" fmla="*/ 1169325 h 2560319"/>
                    <a:gd name="connsiteX20" fmla="*/ 178874 w 1940976"/>
                    <a:gd name="connsiteY20" fmla="*/ 1179052 h 2560319"/>
                    <a:gd name="connsiteX21" fmla="*/ 159669 w 1940976"/>
                    <a:gd name="connsiteY21" fmla="*/ 1492273 h 2560319"/>
                    <a:gd name="connsiteX22" fmla="*/ 619343 w 1940976"/>
                    <a:gd name="connsiteY22" fmla="*/ 2056860 h 2560319"/>
                    <a:gd name="connsiteX23" fmla="*/ 619343 w 1940976"/>
                    <a:gd name="connsiteY23" fmla="*/ 2167700 h 2560319"/>
                    <a:gd name="connsiteX24" fmla="*/ 218429 w 1940976"/>
                    <a:gd name="connsiteY24" fmla="*/ 2167700 h 2560319"/>
                    <a:gd name="connsiteX25" fmla="*/ 88478 w 1940976"/>
                    <a:gd name="connsiteY25" fmla="*/ 2297651 h 2560319"/>
                    <a:gd name="connsiteX26" fmla="*/ 88478 w 1940976"/>
                    <a:gd name="connsiteY26" fmla="*/ 2477371 h 2560319"/>
                    <a:gd name="connsiteX27" fmla="*/ 41474 w 1940976"/>
                    <a:gd name="connsiteY27" fmla="*/ 2477371 h 2560319"/>
                    <a:gd name="connsiteX28" fmla="*/ 0 w 1940976"/>
                    <a:gd name="connsiteY28" fmla="*/ 2518845 h 2560319"/>
                    <a:gd name="connsiteX29" fmla="*/ 41474 w 1940976"/>
                    <a:gd name="connsiteY29" fmla="*/ 2560319 h 2560319"/>
                    <a:gd name="connsiteX30" fmla="*/ 1899502 w 1940976"/>
                    <a:gd name="connsiteY30" fmla="*/ 2560319 h 2560319"/>
                    <a:gd name="connsiteX31" fmla="*/ 1940976 w 1940976"/>
                    <a:gd name="connsiteY31" fmla="*/ 2518845 h 2560319"/>
                    <a:gd name="connsiteX32" fmla="*/ 1899502 w 1940976"/>
                    <a:gd name="connsiteY32" fmla="*/ 2477371 h 2560319"/>
                    <a:gd name="connsiteX33" fmla="*/ 1852499 w 1940976"/>
                    <a:gd name="connsiteY33" fmla="*/ 2477371 h 2560319"/>
                    <a:gd name="connsiteX34" fmla="*/ 1852499 w 1940976"/>
                    <a:gd name="connsiteY34" fmla="*/ 2297651 h 2560319"/>
                    <a:gd name="connsiteX35" fmla="*/ 1722547 w 1940976"/>
                    <a:gd name="connsiteY35" fmla="*/ 2167700 h 2560319"/>
                    <a:gd name="connsiteX36" fmla="*/ 1321633 w 1940976"/>
                    <a:gd name="connsiteY36" fmla="*/ 2167700 h 2560319"/>
                    <a:gd name="connsiteX37" fmla="*/ 1321633 w 1940976"/>
                    <a:gd name="connsiteY37" fmla="*/ 2032219 h 2560319"/>
                    <a:gd name="connsiteX38" fmla="*/ 970488 w 1940976"/>
                    <a:gd name="connsiteY38" fmla="*/ 1681073 h 2560319"/>
                    <a:gd name="connsiteX39" fmla="*/ 942761 w 1940976"/>
                    <a:gd name="connsiteY39" fmla="*/ 1682268 h 2560319"/>
                    <a:gd name="connsiteX40" fmla="*/ 493981 w 1940976"/>
                    <a:gd name="connsiteY40" fmla="*/ 1024061 h 2560319"/>
                    <a:gd name="connsiteX41" fmla="*/ 691308 w 1940976"/>
                    <a:gd name="connsiteY41" fmla="*/ 392619 h 2560319"/>
                    <a:gd name="connsiteX42" fmla="*/ 884775 w 1940976"/>
                    <a:gd name="connsiteY42" fmla="*/ 392619 h 2560319"/>
                    <a:gd name="connsiteX43" fmla="*/ 884775 w 1940976"/>
                    <a:gd name="connsiteY43" fmla="*/ 395384 h 2560319"/>
                    <a:gd name="connsiteX44" fmla="*/ 926249 w 1940976"/>
                    <a:gd name="connsiteY44" fmla="*/ 436858 h 2560319"/>
                    <a:gd name="connsiteX45" fmla="*/ 1412876 w 1940976"/>
                    <a:gd name="connsiteY45" fmla="*/ 436858 h 2560319"/>
                    <a:gd name="connsiteX46" fmla="*/ 1498589 w 1940976"/>
                    <a:gd name="connsiteY46" fmla="*/ 351145 h 2560319"/>
                    <a:gd name="connsiteX47" fmla="*/ 1498589 w 1940976"/>
                    <a:gd name="connsiteY47" fmla="*/ 339549 h 2560319"/>
                    <a:gd name="connsiteX48" fmla="*/ 1545592 w 1940976"/>
                    <a:gd name="connsiteY48" fmla="*/ 348380 h 2560319"/>
                    <a:gd name="connsiteX49" fmla="*/ 1592596 w 1940976"/>
                    <a:gd name="connsiteY49" fmla="*/ 339549 h 2560319"/>
                    <a:gd name="connsiteX50" fmla="*/ 1592596 w 1940976"/>
                    <a:gd name="connsiteY50" fmla="*/ 528100 h 2560319"/>
                    <a:gd name="connsiteX51" fmla="*/ 1634070 w 1940976"/>
                    <a:gd name="connsiteY51" fmla="*/ 569574 h 2560319"/>
                    <a:gd name="connsiteX52" fmla="*/ 1636835 w 1940976"/>
                    <a:gd name="connsiteY52" fmla="*/ 569574 h 2560319"/>
                    <a:gd name="connsiteX53" fmla="*/ 1636835 w 1940976"/>
                    <a:gd name="connsiteY53" fmla="*/ 663582 h 2560319"/>
                    <a:gd name="connsiteX54" fmla="*/ 1634070 w 1940976"/>
                    <a:gd name="connsiteY54" fmla="*/ 663582 h 2560319"/>
                    <a:gd name="connsiteX55" fmla="*/ 1592596 w 1940976"/>
                    <a:gd name="connsiteY55" fmla="*/ 705055 h 2560319"/>
                    <a:gd name="connsiteX56" fmla="*/ 1592596 w 1940976"/>
                    <a:gd name="connsiteY56" fmla="*/ 882011 h 2560319"/>
                    <a:gd name="connsiteX57" fmla="*/ 1634070 w 1940976"/>
                    <a:gd name="connsiteY57" fmla="*/ 923484 h 2560319"/>
                    <a:gd name="connsiteX58" fmla="*/ 1645926 w 1940976"/>
                    <a:gd name="connsiteY58" fmla="*/ 923484 h 2560319"/>
                    <a:gd name="connsiteX59" fmla="*/ 1682312 w 1940976"/>
                    <a:gd name="connsiteY59" fmla="*/ 1069024 h 2560319"/>
                    <a:gd name="connsiteX60" fmla="*/ 1722547 w 1940976"/>
                    <a:gd name="connsiteY60" fmla="*/ 1100440 h 2560319"/>
                    <a:gd name="connsiteX61" fmla="*/ 1725312 w 1940976"/>
                    <a:gd name="connsiteY61" fmla="*/ 1100440 h 2560319"/>
                    <a:gd name="connsiteX62" fmla="*/ 1725312 w 1940976"/>
                    <a:gd name="connsiteY62" fmla="*/ 1255906 h 2560319"/>
                    <a:gd name="connsiteX63" fmla="*/ 1686603 w 1940976"/>
                    <a:gd name="connsiteY63" fmla="*/ 1324398 h 2560319"/>
                    <a:gd name="connsiteX64" fmla="*/ 1766786 w 1940976"/>
                    <a:gd name="connsiteY64" fmla="*/ 1404581 h 2560319"/>
                    <a:gd name="connsiteX65" fmla="*/ 1846969 w 1940976"/>
                    <a:gd name="connsiteY65" fmla="*/ 1324398 h 2560319"/>
                    <a:gd name="connsiteX66" fmla="*/ 1808260 w 1940976"/>
                    <a:gd name="connsiteY66" fmla="*/ 1255906 h 2560319"/>
                    <a:gd name="connsiteX67" fmla="*/ 1808260 w 1940976"/>
                    <a:gd name="connsiteY67" fmla="*/ 1100440 h 2560319"/>
                    <a:gd name="connsiteX68" fmla="*/ 1811025 w 1940976"/>
                    <a:gd name="connsiteY68" fmla="*/ 1100440 h 2560319"/>
                    <a:gd name="connsiteX69" fmla="*/ 1851260 w 1940976"/>
                    <a:gd name="connsiteY69" fmla="*/ 1069024 h 2560319"/>
                    <a:gd name="connsiteX70" fmla="*/ 1887646 w 1940976"/>
                    <a:gd name="connsiteY70" fmla="*/ 923484 h 2560319"/>
                    <a:gd name="connsiteX71" fmla="*/ 1899502 w 1940976"/>
                    <a:gd name="connsiteY71" fmla="*/ 923484 h 2560319"/>
                    <a:gd name="connsiteX72" fmla="*/ 1940976 w 1940976"/>
                    <a:gd name="connsiteY72" fmla="*/ 882011 h 2560319"/>
                    <a:gd name="connsiteX73" fmla="*/ 1940976 w 1940976"/>
                    <a:gd name="connsiteY73" fmla="*/ 705055 h 2560319"/>
                    <a:gd name="connsiteX74" fmla="*/ 1899502 w 1940976"/>
                    <a:gd name="connsiteY74" fmla="*/ 663582 h 2560319"/>
                    <a:gd name="connsiteX75" fmla="*/ 1896737 w 1940976"/>
                    <a:gd name="connsiteY75" fmla="*/ 663582 h 2560319"/>
                    <a:gd name="connsiteX76" fmla="*/ 1896737 w 1940976"/>
                    <a:gd name="connsiteY76" fmla="*/ 569574 h 2560319"/>
                    <a:gd name="connsiteX77" fmla="*/ 1899502 w 1940976"/>
                    <a:gd name="connsiteY77" fmla="*/ 569574 h 2560319"/>
                    <a:gd name="connsiteX78" fmla="*/ 1675544 w 1940976"/>
                    <a:gd name="connsiteY78" fmla="*/ 85713 h 2560319"/>
                    <a:gd name="connsiteX79" fmla="*/ 1678309 w 1940976"/>
                    <a:gd name="connsiteY79" fmla="*/ 82948 h 2560319"/>
                    <a:gd name="connsiteX80" fmla="*/ 1855264 w 1940976"/>
                    <a:gd name="connsiteY80" fmla="*/ 82948 h 2560319"/>
                    <a:gd name="connsiteX81" fmla="*/ 1858029 w 1940976"/>
                    <a:gd name="connsiteY81" fmla="*/ 85713 h 2560319"/>
                    <a:gd name="connsiteX82" fmla="*/ 1858029 w 1940976"/>
                    <a:gd name="connsiteY82" fmla="*/ 486627 h 2560319"/>
                    <a:gd name="connsiteX83" fmla="*/ 1675544 w 1940976"/>
                    <a:gd name="connsiteY83" fmla="*/ 486627 h 2560319"/>
                    <a:gd name="connsiteX84" fmla="*/ 1675544 w 1940976"/>
                    <a:gd name="connsiteY84" fmla="*/ 85713 h 2560319"/>
                    <a:gd name="connsiteX85" fmla="*/ 611325 w 1940976"/>
                    <a:gd name="connsiteY85" fmla="*/ 370478 h 2560319"/>
                    <a:gd name="connsiteX86" fmla="*/ 433501 w 1940976"/>
                    <a:gd name="connsiteY86" fmla="*/ 939504 h 2560319"/>
                    <a:gd name="connsiteX87" fmla="*/ 306907 w 1940976"/>
                    <a:gd name="connsiteY87" fmla="*/ 884775 h 2560319"/>
                    <a:gd name="connsiteX88" fmla="*/ 287779 w 1940976"/>
                    <a:gd name="connsiteY88" fmla="*/ 885848 h 2560319"/>
                    <a:gd name="connsiteX89" fmla="*/ 557370 w 1940976"/>
                    <a:gd name="connsiteY89" fmla="*/ 315196 h 2560319"/>
                    <a:gd name="connsiteX90" fmla="*/ 611325 w 1940976"/>
                    <a:gd name="connsiteY90" fmla="*/ 370478 h 2560319"/>
                    <a:gd name="connsiteX91" fmla="*/ 215664 w 1940976"/>
                    <a:gd name="connsiteY91" fmla="*/ 1058966 h 2560319"/>
                    <a:gd name="connsiteX92" fmla="*/ 306907 w 1940976"/>
                    <a:gd name="connsiteY92" fmla="*/ 967723 h 2560319"/>
                    <a:gd name="connsiteX93" fmla="*/ 398143 w 1940976"/>
                    <a:gd name="connsiteY93" fmla="*/ 1058839 h 2560319"/>
                    <a:gd name="connsiteX94" fmla="*/ 398143 w 1940976"/>
                    <a:gd name="connsiteY94" fmla="*/ 1059054 h 2560319"/>
                    <a:gd name="connsiteX95" fmla="*/ 306907 w 1940976"/>
                    <a:gd name="connsiteY95" fmla="*/ 1150208 h 2560319"/>
                    <a:gd name="connsiteX96" fmla="*/ 215664 w 1940976"/>
                    <a:gd name="connsiteY96" fmla="*/ 1058966 h 2560319"/>
                    <a:gd name="connsiteX97" fmla="*/ 242025 w 1940976"/>
                    <a:gd name="connsiteY97" fmla="*/ 1481385 h 2560319"/>
                    <a:gd name="connsiteX98" fmla="*/ 240963 w 1940976"/>
                    <a:gd name="connsiteY98" fmla="*/ 1270106 h 2560319"/>
                    <a:gd name="connsiteX99" fmla="*/ 655254 w 1940976"/>
                    <a:gd name="connsiteY99" fmla="*/ 1877726 h 2560319"/>
                    <a:gd name="connsiteX100" fmla="*/ 625874 w 1940976"/>
                    <a:gd name="connsiteY100" fmla="*/ 1965009 h 2560319"/>
                    <a:gd name="connsiteX101" fmla="*/ 242025 w 1940976"/>
                    <a:gd name="connsiteY101" fmla="*/ 1481385 h 2560319"/>
                    <a:gd name="connsiteX102" fmla="*/ 1722547 w 1940976"/>
                    <a:gd name="connsiteY102" fmla="*/ 2250648 h 2560319"/>
                    <a:gd name="connsiteX103" fmla="*/ 1769551 w 1940976"/>
                    <a:gd name="connsiteY103" fmla="*/ 2297651 h 2560319"/>
                    <a:gd name="connsiteX104" fmla="*/ 1769551 w 1940976"/>
                    <a:gd name="connsiteY104" fmla="*/ 2477371 h 2560319"/>
                    <a:gd name="connsiteX105" fmla="*/ 171425 w 1940976"/>
                    <a:gd name="connsiteY105" fmla="*/ 2477371 h 2560319"/>
                    <a:gd name="connsiteX106" fmla="*/ 171425 w 1940976"/>
                    <a:gd name="connsiteY106" fmla="*/ 2297651 h 2560319"/>
                    <a:gd name="connsiteX107" fmla="*/ 218429 w 1940976"/>
                    <a:gd name="connsiteY107" fmla="*/ 2250648 h 2560319"/>
                    <a:gd name="connsiteX108" fmla="*/ 619343 w 1940976"/>
                    <a:gd name="connsiteY108" fmla="*/ 2250648 h 2560319"/>
                    <a:gd name="connsiteX109" fmla="*/ 619343 w 1940976"/>
                    <a:gd name="connsiteY109" fmla="*/ 2341890 h 2560319"/>
                    <a:gd name="connsiteX110" fmla="*/ 660817 w 1940976"/>
                    <a:gd name="connsiteY110" fmla="*/ 2383364 h 2560319"/>
                    <a:gd name="connsiteX111" fmla="*/ 1280160 w 1940976"/>
                    <a:gd name="connsiteY111" fmla="*/ 2383364 h 2560319"/>
                    <a:gd name="connsiteX112" fmla="*/ 1321633 w 1940976"/>
                    <a:gd name="connsiteY112" fmla="*/ 2341890 h 2560319"/>
                    <a:gd name="connsiteX113" fmla="*/ 1321633 w 1940976"/>
                    <a:gd name="connsiteY113" fmla="*/ 2250648 h 2560319"/>
                    <a:gd name="connsiteX114" fmla="*/ 1722547 w 1940976"/>
                    <a:gd name="connsiteY114" fmla="*/ 2250648 h 2560319"/>
                    <a:gd name="connsiteX115" fmla="*/ 1238686 w 1940976"/>
                    <a:gd name="connsiteY115" fmla="*/ 2032219 h 2560319"/>
                    <a:gd name="connsiteX116" fmla="*/ 1238686 w 1940976"/>
                    <a:gd name="connsiteY116" fmla="*/ 2300416 h 2560319"/>
                    <a:gd name="connsiteX117" fmla="*/ 702291 w 1940976"/>
                    <a:gd name="connsiteY117" fmla="*/ 2300416 h 2560319"/>
                    <a:gd name="connsiteX118" fmla="*/ 702291 w 1940976"/>
                    <a:gd name="connsiteY118" fmla="*/ 2032219 h 2560319"/>
                    <a:gd name="connsiteX119" fmla="*/ 970488 w 1940976"/>
                    <a:gd name="connsiteY119" fmla="*/ 1764021 h 2560319"/>
                    <a:gd name="connsiteX120" fmla="*/ 1238686 w 1940976"/>
                    <a:gd name="connsiteY120" fmla="*/ 2032219 h 2560319"/>
                    <a:gd name="connsiteX121" fmla="*/ 704746 w 1940976"/>
                    <a:gd name="connsiteY121" fmla="*/ 1803084 h 2560319"/>
                    <a:gd name="connsiteX122" fmla="*/ 315998 w 1940976"/>
                    <a:gd name="connsiteY122" fmla="*/ 1232918 h 2560319"/>
                    <a:gd name="connsiteX123" fmla="*/ 465867 w 1940976"/>
                    <a:gd name="connsiteY123" fmla="*/ 1130063 h 2560319"/>
                    <a:gd name="connsiteX124" fmla="*/ 854936 w 1940976"/>
                    <a:gd name="connsiteY124" fmla="*/ 1700699 h 2560319"/>
                    <a:gd name="connsiteX125" fmla="*/ 704746 w 1940976"/>
                    <a:gd name="connsiteY125" fmla="*/ 1803084 h 2560319"/>
                    <a:gd name="connsiteX126" fmla="*/ 687742 w 1940976"/>
                    <a:gd name="connsiteY126" fmla="*/ 309671 h 2560319"/>
                    <a:gd name="connsiteX127" fmla="*/ 613813 w 1940976"/>
                    <a:gd name="connsiteY127" fmla="*/ 218429 h 2560319"/>
                    <a:gd name="connsiteX128" fmla="*/ 687742 w 1940976"/>
                    <a:gd name="connsiteY128" fmla="*/ 127186 h 2560319"/>
                    <a:gd name="connsiteX129" fmla="*/ 884775 w 1940976"/>
                    <a:gd name="connsiteY129" fmla="*/ 127186 h 2560319"/>
                    <a:gd name="connsiteX130" fmla="*/ 884775 w 1940976"/>
                    <a:gd name="connsiteY130" fmla="*/ 176955 h 2560319"/>
                    <a:gd name="connsiteX131" fmla="*/ 705055 w 1940976"/>
                    <a:gd name="connsiteY131" fmla="*/ 176955 h 2560319"/>
                    <a:gd name="connsiteX132" fmla="*/ 663582 w 1940976"/>
                    <a:gd name="connsiteY132" fmla="*/ 218429 h 2560319"/>
                    <a:gd name="connsiteX133" fmla="*/ 705055 w 1940976"/>
                    <a:gd name="connsiteY133" fmla="*/ 259903 h 2560319"/>
                    <a:gd name="connsiteX134" fmla="*/ 884775 w 1940976"/>
                    <a:gd name="connsiteY134" fmla="*/ 259903 h 2560319"/>
                    <a:gd name="connsiteX135" fmla="*/ 884775 w 1940976"/>
                    <a:gd name="connsiteY135" fmla="*/ 309671 h 2560319"/>
                    <a:gd name="connsiteX136" fmla="*/ 687742 w 1940976"/>
                    <a:gd name="connsiteY136" fmla="*/ 309671 h 2560319"/>
                    <a:gd name="connsiteX137" fmla="*/ 1415641 w 1940976"/>
                    <a:gd name="connsiteY137" fmla="*/ 351145 h 2560319"/>
                    <a:gd name="connsiteX138" fmla="*/ 1412876 w 1940976"/>
                    <a:gd name="connsiteY138" fmla="*/ 353910 h 2560319"/>
                    <a:gd name="connsiteX139" fmla="*/ 967723 w 1940976"/>
                    <a:gd name="connsiteY139" fmla="*/ 353910 h 2560319"/>
                    <a:gd name="connsiteX140" fmla="*/ 967723 w 1940976"/>
                    <a:gd name="connsiteY140" fmla="*/ 351145 h 2560319"/>
                    <a:gd name="connsiteX141" fmla="*/ 967723 w 1940976"/>
                    <a:gd name="connsiteY141" fmla="*/ 85713 h 2560319"/>
                    <a:gd name="connsiteX142" fmla="*/ 967723 w 1940976"/>
                    <a:gd name="connsiteY142" fmla="*/ 82948 h 2560319"/>
                    <a:gd name="connsiteX143" fmla="*/ 1412876 w 1940976"/>
                    <a:gd name="connsiteY143" fmla="*/ 82948 h 2560319"/>
                    <a:gd name="connsiteX144" fmla="*/ 1415641 w 1940976"/>
                    <a:gd name="connsiteY144" fmla="*/ 85713 h 2560319"/>
                    <a:gd name="connsiteX145" fmla="*/ 1415641 w 1940976"/>
                    <a:gd name="connsiteY145" fmla="*/ 351145 h 2560319"/>
                    <a:gd name="connsiteX146" fmla="*/ 1545592 w 1940976"/>
                    <a:gd name="connsiteY146" fmla="*/ 265433 h 2560319"/>
                    <a:gd name="connsiteX147" fmla="*/ 1498589 w 1940976"/>
                    <a:gd name="connsiteY147" fmla="*/ 218429 h 2560319"/>
                    <a:gd name="connsiteX148" fmla="*/ 1545592 w 1940976"/>
                    <a:gd name="connsiteY148" fmla="*/ 171425 h 2560319"/>
                    <a:gd name="connsiteX149" fmla="*/ 1592596 w 1940976"/>
                    <a:gd name="connsiteY149" fmla="*/ 218429 h 2560319"/>
                    <a:gd name="connsiteX150" fmla="*/ 1545592 w 1940976"/>
                    <a:gd name="connsiteY150" fmla="*/ 265433 h 2560319"/>
                    <a:gd name="connsiteX151" fmla="*/ 1858029 w 1940976"/>
                    <a:gd name="connsiteY151" fmla="*/ 746529 h 2560319"/>
                    <a:gd name="connsiteX152" fmla="*/ 1858029 w 1940976"/>
                    <a:gd name="connsiteY152" fmla="*/ 840537 h 2560319"/>
                    <a:gd name="connsiteX153" fmla="*/ 1855264 w 1940976"/>
                    <a:gd name="connsiteY153" fmla="*/ 840537 h 2560319"/>
                    <a:gd name="connsiteX154" fmla="*/ 1678309 w 1940976"/>
                    <a:gd name="connsiteY154" fmla="*/ 840537 h 2560319"/>
                    <a:gd name="connsiteX155" fmla="*/ 1675544 w 1940976"/>
                    <a:gd name="connsiteY155" fmla="*/ 840537 h 2560319"/>
                    <a:gd name="connsiteX156" fmla="*/ 1675544 w 1940976"/>
                    <a:gd name="connsiteY156" fmla="*/ 746529 h 2560319"/>
                    <a:gd name="connsiteX157" fmla="*/ 1858029 w 1940976"/>
                    <a:gd name="connsiteY157" fmla="*/ 746529 h 2560319"/>
                    <a:gd name="connsiteX158" fmla="*/ 1778648 w 1940976"/>
                    <a:gd name="connsiteY158" fmla="*/ 1017492 h 2560319"/>
                    <a:gd name="connsiteX159" fmla="*/ 1754930 w 1940976"/>
                    <a:gd name="connsiteY159" fmla="*/ 1017492 h 2560319"/>
                    <a:gd name="connsiteX160" fmla="*/ 1731428 w 1940976"/>
                    <a:gd name="connsiteY160" fmla="*/ 923484 h 2560319"/>
                    <a:gd name="connsiteX161" fmla="*/ 1802149 w 1940976"/>
                    <a:gd name="connsiteY161" fmla="*/ 923484 h 2560319"/>
                    <a:gd name="connsiteX162" fmla="*/ 1778648 w 1940976"/>
                    <a:gd name="connsiteY162" fmla="*/ 1017492 h 2560319"/>
                    <a:gd name="connsiteX163" fmla="*/ 1813790 w 1940976"/>
                    <a:gd name="connsiteY163" fmla="*/ 663582 h 2560319"/>
                    <a:gd name="connsiteX164" fmla="*/ 1719782 w 1940976"/>
                    <a:gd name="connsiteY164" fmla="*/ 663582 h 2560319"/>
                    <a:gd name="connsiteX165" fmla="*/ 1719782 w 1940976"/>
                    <a:gd name="connsiteY165" fmla="*/ 569574 h 2560319"/>
                    <a:gd name="connsiteX166" fmla="*/ 1813790 w 1940976"/>
                    <a:gd name="connsiteY166" fmla="*/ 569574 h 2560319"/>
                    <a:gd name="connsiteX167" fmla="*/ 1813790 w 1940976"/>
                    <a:gd name="connsiteY167" fmla="*/ 663582 h 2560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</a:cxnLst>
                  <a:rect l="l" t="t" r="r" b="b"/>
                  <a:pathLst>
                    <a:path w="1940976" h="2560319">
                      <a:moveTo>
                        <a:pt x="1899502" y="569574"/>
                      </a:moveTo>
                      <a:cubicBezTo>
                        <a:pt x="1922413" y="569574"/>
                        <a:pt x="1940976" y="551005"/>
                        <a:pt x="1940976" y="528100"/>
                      </a:cubicBezTo>
                      <a:lnTo>
                        <a:pt x="1940976" y="85713"/>
                      </a:lnTo>
                      <a:cubicBezTo>
                        <a:pt x="1940976" y="38449"/>
                        <a:pt x="1902527" y="0"/>
                        <a:pt x="1855264" y="0"/>
                      </a:cubicBezTo>
                      <a:lnTo>
                        <a:pt x="1678309" y="0"/>
                      </a:lnTo>
                      <a:cubicBezTo>
                        <a:pt x="1631045" y="0"/>
                        <a:pt x="1592596" y="38449"/>
                        <a:pt x="1592596" y="85713"/>
                      </a:cubicBezTo>
                      <a:lnTo>
                        <a:pt x="1592596" y="97309"/>
                      </a:lnTo>
                      <a:cubicBezTo>
                        <a:pt x="1578008" y="91630"/>
                        <a:pt x="1562165" y="88478"/>
                        <a:pt x="1545592" y="88478"/>
                      </a:cubicBezTo>
                      <a:cubicBezTo>
                        <a:pt x="1529019" y="88478"/>
                        <a:pt x="1513176" y="91630"/>
                        <a:pt x="1498589" y="97309"/>
                      </a:cubicBezTo>
                      <a:lnTo>
                        <a:pt x="1498589" y="85713"/>
                      </a:lnTo>
                      <a:cubicBezTo>
                        <a:pt x="1498589" y="38449"/>
                        <a:pt x="1460139" y="0"/>
                        <a:pt x="1412876" y="0"/>
                      </a:cubicBezTo>
                      <a:lnTo>
                        <a:pt x="926249" y="0"/>
                      </a:lnTo>
                      <a:cubicBezTo>
                        <a:pt x="903339" y="0"/>
                        <a:pt x="884775" y="18569"/>
                        <a:pt x="884775" y="41474"/>
                      </a:cubicBezTo>
                      <a:lnTo>
                        <a:pt x="884775" y="44239"/>
                      </a:lnTo>
                      <a:lnTo>
                        <a:pt x="687742" y="44239"/>
                      </a:lnTo>
                      <a:cubicBezTo>
                        <a:pt x="622462" y="44239"/>
                        <a:pt x="566389" y="88754"/>
                        <a:pt x="542793" y="151866"/>
                      </a:cubicBezTo>
                      <a:lnTo>
                        <a:pt x="149179" y="985043"/>
                      </a:lnTo>
                      <a:cubicBezTo>
                        <a:pt x="149002" y="985419"/>
                        <a:pt x="148875" y="985800"/>
                        <a:pt x="148709" y="986176"/>
                      </a:cubicBezTo>
                      <a:cubicBezTo>
                        <a:pt x="138473" y="1008345"/>
                        <a:pt x="132716" y="1032986"/>
                        <a:pt x="132716" y="1058966"/>
                      </a:cubicBezTo>
                      <a:cubicBezTo>
                        <a:pt x="132716" y="1100816"/>
                        <a:pt x="147558" y="1139259"/>
                        <a:pt x="172244" y="1169325"/>
                      </a:cubicBezTo>
                      <a:lnTo>
                        <a:pt x="178874" y="1179052"/>
                      </a:lnTo>
                      <a:cubicBezTo>
                        <a:pt x="171768" y="1198522"/>
                        <a:pt x="129017" y="1325764"/>
                        <a:pt x="159669" y="1492273"/>
                      </a:cubicBezTo>
                      <a:cubicBezTo>
                        <a:pt x="211638" y="1774611"/>
                        <a:pt x="433496" y="1953722"/>
                        <a:pt x="619343" y="2056860"/>
                      </a:cubicBezTo>
                      <a:lnTo>
                        <a:pt x="619343" y="2167700"/>
                      </a:lnTo>
                      <a:lnTo>
                        <a:pt x="218429" y="2167700"/>
                      </a:lnTo>
                      <a:cubicBezTo>
                        <a:pt x="146773" y="2167700"/>
                        <a:pt x="88478" y="2225996"/>
                        <a:pt x="88478" y="2297651"/>
                      </a:cubicBezTo>
                      <a:lnTo>
                        <a:pt x="88478" y="2477371"/>
                      </a:lnTo>
                      <a:lnTo>
                        <a:pt x="41474" y="2477371"/>
                      </a:lnTo>
                      <a:cubicBezTo>
                        <a:pt x="18564" y="2477371"/>
                        <a:pt x="0" y="2495941"/>
                        <a:pt x="0" y="2518845"/>
                      </a:cubicBezTo>
                      <a:cubicBezTo>
                        <a:pt x="0" y="2541750"/>
                        <a:pt x="18564" y="2560319"/>
                        <a:pt x="41474" y="2560319"/>
                      </a:cubicBezTo>
                      <a:lnTo>
                        <a:pt x="1899502" y="2560319"/>
                      </a:lnTo>
                      <a:cubicBezTo>
                        <a:pt x="1922413" y="2560319"/>
                        <a:pt x="1940976" y="2541750"/>
                        <a:pt x="1940976" y="2518845"/>
                      </a:cubicBezTo>
                      <a:cubicBezTo>
                        <a:pt x="1940976" y="2495941"/>
                        <a:pt x="1922413" y="2477371"/>
                        <a:pt x="1899502" y="2477371"/>
                      </a:cubicBezTo>
                      <a:lnTo>
                        <a:pt x="1852499" y="2477371"/>
                      </a:lnTo>
                      <a:lnTo>
                        <a:pt x="1852499" y="2297651"/>
                      </a:lnTo>
                      <a:cubicBezTo>
                        <a:pt x="1852499" y="2225996"/>
                        <a:pt x="1794203" y="2167700"/>
                        <a:pt x="1722547" y="2167700"/>
                      </a:cubicBezTo>
                      <a:lnTo>
                        <a:pt x="1321633" y="2167700"/>
                      </a:lnTo>
                      <a:lnTo>
                        <a:pt x="1321633" y="2032219"/>
                      </a:lnTo>
                      <a:cubicBezTo>
                        <a:pt x="1321633" y="1838597"/>
                        <a:pt x="1164110" y="1681073"/>
                        <a:pt x="970488" y="1681073"/>
                      </a:cubicBezTo>
                      <a:cubicBezTo>
                        <a:pt x="961148" y="1681073"/>
                        <a:pt x="951919" y="1681549"/>
                        <a:pt x="942761" y="1682268"/>
                      </a:cubicBezTo>
                      <a:lnTo>
                        <a:pt x="493981" y="1024061"/>
                      </a:lnTo>
                      <a:lnTo>
                        <a:pt x="691308" y="392619"/>
                      </a:lnTo>
                      <a:lnTo>
                        <a:pt x="884775" y="392619"/>
                      </a:lnTo>
                      <a:lnTo>
                        <a:pt x="884775" y="395384"/>
                      </a:lnTo>
                      <a:cubicBezTo>
                        <a:pt x="884775" y="418289"/>
                        <a:pt x="903339" y="436858"/>
                        <a:pt x="926249" y="436858"/>
                      </a:cubicBezTo>
                      <a:lnTo>
                        <a:pt x="1412876" y="436858"/>
                      </a:lnTo>
                      <a:cubicBezTo>
                        <a:pt x="1460139" y="436858"/>
                        <a:pt x="1498589" y="398409"/>
                        <a:pt x="1498589" y="351145"/>
                      </a:cubicBezTo>
                      <a:lnTo>
                        <a:pt x="1498589" y="339549"/>
                      </a:lnTo>
                      <a:cubicBezTo>
                        <a:pt x="1513176" y="345228"/>
                        <a:pt x="1529019" y="348380"/>
                        <a:pt x="1545592" y="348380"/>
                      </a:cubicBezTo>
                      <a:cubicBezTo>
                        <a:pt x="1562165" y="348380"/>
                        <a:pt x="1578008" y="345228"/>
                        <a:pt x="1592596" y="339549"/>
                      </a:cubicBezTo>
                      <a:lnTo>
                        <a:pt x="1592596" y="528100"/>
                      </a:lnTo>
                      <a:cubicBezTo>
                        <a:pt x="1592596" y="551005"/>
                        <a:pt x="1611160" y="569574"/>
                        <a:pt x="1634070" y="569574"/>
                      </a:cubicBezTo>
                      <a:lnTo>
                        <a:pt x="1636835" y="569574"/>
                      </a:lnTo>
                      <a:lnTo>
                        <a:pt x="1636835" y="663582"/>
                      </a:lnTo>
                      <a:lnTo>
                        <a:pt x="1634070" y="663582"/>
                      </a:lnTo>
                      <a:cubicBezTo>
                        <a:pt x="1611160" y="663582"/>
                        <a:pt x="1592596" y="682151"/>
                        <a:pt x="1592596" y="705055"/>
                      </a:cubicBezTo>
                      <a:lnTo>
                        <a:pt x="1592596" y="882011"/>
                      </a:lnTo>
                      <a:cubicBezTo>
                        <a:pt x="1592596" y="904915"/>
                        <a:pt x="1611160" y="923484"/>
                        <a:pt x="1634070" y="923484"/>
                      </a:cubicBezTo>
                      <a:lnTo>
                        <a:pt x="1645926" y="923484"/>
                      </a:lnTo>
                      <a:lnTo>
                        <a:pt x="1682312" y="1069024"/>
                      </a:lnTo>
                      <a:cubicBezTo>
                        <a:pt x="1686929" y="1087489"/>
                        <a:pt x="1703519" y="1100440"/>
                        <a:pt x="1722547" y="1100440"/>
                      </a:cubicBezTo>
                      <a:lnTo>
                        <a:pt x="1725312" y="1100440"/>
                      </a:lnTo>
                      <a:lnTo>
                        <a:pt x="1725312" y="1255906"/>
                      </a:lnTo>
                      <a:cubicBezTo>
                        <a:pt x="1702153" y="1269979"/>
                        <a:pt x="1686603" y="1295378"/>
                        <a:pt x="1686603" y="1324398"/>
                      </a:cubicBezTo>
                      <a:cubicBezTo>
                        <a:pt x="1686603" y="1368609"/>
                        <a:pt x="1722575" y="1404581"/>
                        <a:pt x="1766786" y="1404581"/>
                      </a:cubicBezTo>
                      <a:cubicBezTo>
                        <a:pt x="1810997" y="1404581"/>
                        <a:pt x="1846969" y="1368609"/>
                        <a:pt x="1846969" y="1324398"/>
                      </a:cubicBezTo>
                      <a:cubicBezTo>
                        <a:pt x="1846969" y="1295378"/>
                        <a:pt x="1831413" y="1269985"/>
                        <a:pt x="1808260" y="1255906"/>
                      </a:cubicBezTo>
                      <a:lnTo>
                        <a:pt x="1808260" y="1100440"/>
                      </a:lnTo>
                      <a:lnTo>
                        <a:pt x="1811025" y="1100440"/>
                      </a:lnTo>
                      <a:cubicBezTo>
                        <a:pt x="1830053" y="1100440"/>
                        <a:pt x="1846643" y="1087489"/>
                        <a:pt x="1851260" y="1069024"/>
                      </a:cubicBezTo>
                      <a:lnTo>
                        <a:pt x="1887646" y="923484"/>
                      </a:lnTo>
                      <a:lnTo>
                        <a:pt x="1899502" y="923484"/>
                      </a:lnTo>
                      <a:cubicBezTo>
                        <a:pt x="1922413" y="923484"/>
                        <a:pt x="1940976" y="904915"/>
                        <a:pt x="1940976" y="882011"/>
                      </a:cubicBezTo>
                      <a:lnTo>
                        <a:pt x="1940976" y="705055"/>
                      </a:lnTo>
                      <a:cubicBezTo>
                        <a:pt x="1940976" y="682151"/>
                        <a:pt x="1922413" y="663582"/>
                        <a:pt x="1899502" y="663582"/>
                      </a:cubicBezTo>
                      <a:lnTo>
                        <a:pt x="1896737" y="663582"/>
                      </a:lnTo>
                      <a:lnTo>
                        <a:pt x="1896737" y="569574"/>
                      </a:lnTo>
                      <a:lnTo>
                        <a:pt x="1899502" y="569574"/>
                      </a:lnTo>
                      <a:close/>
                      <a:moveTo>
                        <a:pt x="1675544" y="85713"/>
                      </a:moveTo>
                      <a:cubicBezTo>
                        <a:pt x="1675544" y="84186"/>
                        <a:pt x="1676788" y="82948"/>
                        <a:pt x="1678309" y="82948"/>
                      </a:cubicBezTo>
                      <a:lnTo>
                        <a:pt x="1855264" y="82948"/>
                      </a:lnTo>
                      <a:cubicBezTo>
                        <a:pt x="1856784" y="82948"/>
                        <a:pt x="1858029" y="84186"/>
                        <a:pt x="1858029" y="85713"/>
                      </a:cubicBezTo>
                      <a:lnTo>
                        <a:pt x="1858029" y="486627"/>
                      </a:lnTo>
                      <a:lnTo>
                        <a:pt x="1675544" y="486627"/>
                      </a:lnTo>
                      <a:lnTo>
                        <a:pt x="1675544" y="85713"/>
                      </a:lnTo>
                      <a:close/>
                      <a:moveTo>
                        <a:pt x="611325" y="370478"/>
                      </a:moveTo>
                      <a:lnTo>
                        <a:pt x="433501" y="939504"/>
                      </a:lnTo>
                      <a:cubicBezTo>
                        <a:pt x="401721" y="905844"/>
                        <a:pt x="356741" y="884775"/>
                        <a:pt x="306907" y="884775"/>
                      </a:cubicBezTo>
                      <a:cubicBezTo>
                        <a:pt x="300442" y="884775"/>
                        <a:pt x="294066" y="885157"/>
                        <a:pt x="287779" y="885848"/>
                      </a:cubicBezTo>
                      <a:lnTo>
                        <a:pt x="557370" y="315196"/>
                      </a:lnTo>
                      <a:cubicBezTo>
                        <a:pt x="571150" y="338012"/>
                        <a:pt x="589664" y="357001"/>
                        <a:pt x="611325" y="370478"/>
                      </a:cubicBezTo>
                      <a:close/>
                      <a:moveTo>
                        <a:pt x="215664" y="1058966"/>
                      </a:moveTo>
                      <a:cubicBezTo>
                        <a:pt x="215664" y="1008655"/>
                        <a:pt x="256596" y="967723"/>
                        <a:pt x="306907" y="967723"/>
                      </a:cubicBezTo>
                      <a:cubicBezTo>
                        <a:pt x="357173" y="967723"/>
                        <a:pt x="398072" y="1008583"/>
                        <a:pt x="398143" y="1058839"/>
                      </a:cubicBezTo>
                      <a:cubicBezTo>
                        <a:pt x="398143" y="1058910"/>
                        <a:pt x="398143" y="1058982"/>
                        <a:pt x="398143" y="1059054"/>
                      </a:cubicBezTo>
                      <a:cubicBezTo>
                        <a:pt x="398094" y="1109326"/>
                        <a:pt x="357184" y="1150208"/>
                        <a:pt x="306907" y="1150208"/>
                      </a:cubicBezTo>
                      <a:cubicBezTo>
                        <a:pt x="256596" y="1150208"/>
                        <a:pt x="215664" y="1109276"/>
                        <a:pt x="215664" y="1058966"/>
                      </a:cubicBezTo>
                      <a:close/>
                      <a:moveTo>
                        <a:pt x="242025" y="1481385"/>
                      </a:moveTo>
                      <a:cubicBezTo>
                        <a:pt x="225457" y="1394915"/>
                        <a:pt x="231922" y="1319836"/>
                        <a:pt x="240963" y="1270106"/>
                      </a:cubicBezTo>
                      <a:lnTo>
                        <a:pt x="655254" y="1877726"/>
                      </a:lnTo>
                      <a:cubicBezTo>
                        <a:pt x="641822" y="1905027"/>
                        <a:pt x="631851" y="1934307"/>
                        <a:pt x="625874" y="1965009"/>
                      </a:cubicBezTo>
                      <a:cubicBezTo>
                        <a:pt x="407931" y="1836059"/>
                        <a:pt x="278854" y="1673597"/>
                        <a:pt x="242025" y="1481385"/>
                      </a:cubicBezTo>
                      <a:close/>
                      <a:moveTo>
                        <a:pt x="1722547" y="2250648"/>
                      </a:moveTo>
                      <a:cubicBezTo>
                        <a:pt x="1748466" y="2250648"/>
                        <a:pt x="1769551" y="2271733"/>
                        <a:pt x="1769551" y="2297651"/>
                      </a:cubicBezTo>
                      <a:lnTo>
                        <a:pt x="1769551" y="2477371"/>
                      </a:lnTo>
                      <a:lnTo>
                        <a:pt x="171425" y="2477371"/>
                      </a:lnTo>
                      <a:lnTo>
                        <a:pt x="171425" y="2297651"/>
                      </a:lnTo>
                      <a:cubicBezTo>
                        <a:pt x="171425" y="2271733"/>
                        <a:pt x="192511" y="2250648"/>
                        <a:pt x="218429" y="2250648"/>
                      </a:cubicBezTo>
                      <a:lnTo>
                        <a:pt x="619343" y="2250648"/>
                      </a:lnTo>
                      <a:lnTo>
                        <a:pt x="619343" y="2341890"/>
                      </a:lnTo>
                      <a:cubicBezTo>
                        <a:pt x="619343" y="2364795"/>
                        <a:pt x="637907" y="2383364"/>
                        <a:pt x="660817" y="2383364"/>
                      </a:cubicBezTo>
                      <a:lnTo>
                        <a:pt x="1280160" y="2383364"/>
                      </a:lnTo>
                      <a:cubicBezTo>
                        <a:pt x="1303070" y="2383364"/>
                        <a:pt x="1321633" y="2364795"/>
                        <a:pt x="1321633" y="2341890"/>
                      </a:cubicBezTo>
                      <a:lnTo>
                        <a:pt x="1321633" y="2250648"/>
                      </a:lnTo>
                      <a:lnTo>
                        <a:pt x="1722547" y="2250648"/>
                      </a:lnTo>
                      <a:close/>
                      <a:moveTo>
                        <a:pt x="1238686" y="2032219"/>
                      </a:moveTo>
                      <a:lnTo>
                        <a:pt x="1238686" y="2300416"/>
                      </a:lnTo>
                      <a:lnTo>
                        <a:pt x="702291" y="2300416"/>
                      </a:lnTo>
                      <a:lnTo>
                        <a:pt x="702291" y="2032219"/>
                      </a:lnTo>
                      <a:cubicBezTo>
                        <a:pt x="702291" y="1884334"/>
                        <a:pt x="822603" y="1764021"/>
                        <a:pt x="970488" y="1764021"/>
                      </a:cubicBezTo>
                      <a:cubicBezTo>
                        <a:pt x="1118373" y="1764021"/>
                        <a:pt x="1238686" y="1884334"/>
                        <a:pt x="1238686" y="2032219"/>
                      </a:cubicBezTo>
                      <a:close/>
                      <a:moveTo>
                        <a:pt x="704746" y="1803084"/>
                      </a:moveTo>
                      <a:lnTo>
                        <a:pt x="315998" y="1232918"/>
                      </a:lnTo>
                      <a:cubicBezTo>
                        <a:pt x="382837" y="1229467"/>
                        <a:pt x="439789" y="1188143"/>
                        <a:pt x="465867" y="1130063"/>
                      </a:cubicBezTo>
                      <a:lnTo>
                        <a:pt x="854936" y="1700699"/>
                      </a:lnTo>
                      <a:cubicBezTo>
                        <a:pt x="796220" y="1721226"/>
                        <a:pt x="744605" y="1756921"/>
                        <a:pt x="704746" y="1803084"/>
                      </a:cubicBezTo>
                      <a:close/>
                      <a:moveTo>
                        <a:pt x="687742" y="309671"/>
                      </a:moveTo>
                      <a:cubicBezTo>
                        <a:pt x="646975" y="309671"/>
                        <a:pt x="613813" y="268740"/>
                        <a:pt x="613813" y="218429"/>
                      </a:cubicBezTo>
                      <a:cubicBezTo>
                        <a:pt x="613813" y="168118"/>
                        <a:pt x="646975" y="127186"/>
                        <a:pt x="687742" y="127186"/>
                      </a:cubicBezTo>
                      <a:lnTo>
                        <a:pt x="884775" y="127186"/>
                      </a:lnTo>
                      <a:lnTo>
                        <a:pt x="884775" y="176955"/>
                      </a:lnTo>
                      <a:lnTo>
                        <a:pt x="705055" y="176955"/>
                      </a:lnTo>
                      <a:cubicBezTo>
                        <a:pt x="682145" y="176955"/>
                        <a:pt x="663582" y="195524"/>
                        <a:pt x="663582" y="218429"/>
                      </a:cubicBezTo>
                      <a:cubicBezTo>
                        <a:pt x="663582" y="241334"/>
                        <a:pt x="682145" y="259903"/>
                        <a:pt x="705055" y="259903"/>
                      </a:cubicBezTo>
                      <a:lnTo>
                        <a:pt x="884775" y="259903"/>
                      </a:lnTo>
                      <a:lnTo>
                        <a:pt x="884775" y="309671"/>
                      </a:lnTo>
                      <a:lnTo>
                        <a:pt x="687742" y="309671"/>
                      </a:lnTo>
                      <a:close/>
                      <a:moveTo>
                        <a:pt x="1415641" y="351145"/>
                      </a:moveTo>
                      <a:cubicBezTo>
                        <a:pt x="1415641" y="352672"/>
                        <a:pt x="1414397" y="353910"/>
                        <a:pt x="1412876" y="353910"/>
                      </a:cubicBezTo>
                      <a:lnTo>
                        <a:pt x="967723" y="353910"/>
                      </a:lnTo>
                      <a:lnTo>
                        <a:pt x="967723" y="351145"/>
                      </a:lnTo>
                      <a:lnTo>
                        <a:pt x="967723" y="85713"/>
                      </a:lnTo>
                      <a:lnTo>
                        <a:pt x="967723" y="82948"/>
                      </a:lnTo>
                      <a:lnTo>
                        <a:pt x="1412876" y="82948"/>
                      </a:lnTo>
                      <a:cubicBezTo>
                        <a:pt x="1414397" y="82948"/>
                        <a:pt x="1415641" y="84186"/>
                        <a:pt x="1415641" y="85713"/>
                      </a:cubicBezTo>
                      <a:lnTo>
                        <a:pt x="1415641" y="351145"/>
                      </a:lnTo>
                      <a:close/>
                      <a:moveTo>
                        <a:pt x="1545592" y="265433"/>
                      </a:moveTo>
                      <a:cubicBezTo>
                        <a:pt x="1519674" y="265433"/>
                        <a:pt x="1498589" y="244347"/>
                        <a:pt x="1498589" y="218429"/>
                      </a:cubicBezTo>
                      <a:cubicBezTo>
                        <a:pt x="1498589" y="192511"/>
                        <a:pt x="1519674" y="171425"/>
                        <a:pt x="1545592" y="171425"/>
                      </a:cubicBezTo>
                      <a:cubicBezTo>
                        <a:pt x="1571511" y="171425"/>
                        <a:pt x="1592596" y="192511"/>
                        <a:pt x="1592596" y="218429"/>
                      </a:cubicBezTo>
                      <a:cubicBezTo>
                        <a:pt x="1592596" y="244347"/>
                        <a:pt x="1571511" y="265433"/>
                        <a:pt x="1545592" y="265433"/>
                      </a:cubicBezTo>
                      <a:close/>
                      <a:moveTo>
                        <a:pt x="1858029" y="746529"/>
                      </a:moveTo>
                      <a:lnTo>
                        <a:pt x="1858029" y="840537"/>
                      </a:lnTo>
                      <a:lnTo>
                        <a:pt x="1855264" y="840537"/>
                      </a:lnTo>
                      <a:lnTo>
                        <a:pt x="1678309" y="840537"/>
                      </a:lnTo>
                      <a:lnTo>
                        <a:pt x="1675544" y="840537"/>
                      </a:lnTo>
                      <a:lnTo>
                        <a:pt x="1675544" y="746529"/>
                      </a:lnTo>
                      <a:lnTo>
                        <a:pt x="1858029" y="746529"/>
                      </a:lnTo>
                      <a:close/>
                      <a:moveTo>
                        <a:pt x="1778648" y="1017492"/>
                      </a:moveTo>
                      <a:lnTo>
                        <a:pt x="1754930" y="1017492"/>
                      </a:lnTo>
                      <a:lnTo>
                        <a:pt x="1731428" y="923484"/>
                      </a:lnTo>
                      <a:lnTo>
                        <a:pt x="1802149" y="923484"/>
                      </a:lnTo>
                      <a:lnTo>
                        <a:pt x="1778648" y="1017492"/>
                      </a:lnTo>
                      <a:close/>
                      <a:moveTo>
                        <a:pt x="1813790" y="663582"/>
                      </a:moveTo>
                      <a:lnTo>
                        <a:pt x="1719782" y="663582"/>
                      </a:lnTo>
                      <a:lnTo>
                        <a:pt x="1719782" y="569574"/>
                      </a:lnTo>
                      <a:lnTo>
                        <a:pt x="1813790" y="569574"/>
                      </a:lnTo>
                      <a:lnTo>
                        <a:pt x="1813790" y="663582"/>
                      </a:lnTo>
                      <a:close/>
                    </a:path>
                  </a:pathLst>
                </a:custGeom>
                <a:grpFill/>
                <a:ln w="285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 dirty="0"/>
                </a:p>
              </p:txBody>
            </p:sp>
          </p:grpSp>
          <p:sp>
            <p:nvSpPr>
              <p:cNvPr id="1037" name="Rechteck 1036">
                <a:extLst>
                  <a:ext uri="{FF2B5EF4-FFF2-40B4-BE49-F238E27FC236}">
                    <a16:creationId xmlns:a16="http://schemas.microsoft.com/office/drawing/2014/main" id="{9B821F24-684A-8D0A-9D15-DD98FB206C80}"/>
                  </a:ext>
                </a:extLst>
              </p:cNvPr>
              <p:cNvSpPr/>
              <p:nvPr/>
            </p:nvSpPr>
            <p:spPr>
              <a:xfrm>
                <a:off x="4110035" y="4891959"/>
                <a:ext cx="613204" cy="496763"/>
              </a:xfrm>
              <a:prstGeom prst="rect">
                <a:avLst/>
              </a:prstGeom>
              <a:noFill/>
              <a:ln w="476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038" name="Gruppieren 1037">
                <a:extLst>
                  <a:ext uri="{FF2B5EF4-FFF2-40B4-BE49-F238E27FC236}">
                    <a16:creationId xmlns:a16="http://schemas.microsoft.com/office/drawing/2014/main" id="{33CD8D1F-70CA-4CB5-AC6E-1B19E5B6B4D1}"/>
                  </a:ext>
                </a:extLst>
              </p:cNvPr>
              <p:cNvGrpSpPr/>
              <p:nvPr/>
            </p:nvGrpSpPr>
            <p:grpSpPr>
              <a:xfrm>
                <a:off x="3621829" y="4014771"/>
                <a:ext cx="629196" cy="772719"/>
                <a:chOff x="3313327" y="4403378"/>
                <a:chExt cx="574515" cy="724505"/>
              </a:xfrm>
            </p:grpSpPr>
            <p:sp>
              <p:nvSpPr>
                <p:cNvPr id="1048" name="Freihandform 1047">
                  <a:extLst>
                    <a:ext uri="{FF2B5EF4-FFF2-40B4-BE49-F238E27FC236}">
                      <a16:creationId xmlns:a16="http://schemas.microsoft.com/office/drawing/2014/main" id="{96464A80-F6A4-DCE3-EDDB-A43CF3335E95}"/>
                    </a:ext>
                  </a:extLst>
                </p:cNvPr>
                <p:cNvSpPr/>
                <p:nvPr/>
              </p:nvSpPr>
              <p:spPr>
                <a:xfrm>
                  <a:off x="3425381" y="4943831"/>
                  <a:ext cx="71996" cy="71996"/>
                </a:xfrm>
                <a:custGeom>
                  <a:avLst/>
                  <a:gdLst>
                    <a:gd name="connsiteX0" fmla="*/ 35998 w 71996"/>
                    <a:gd name="connsiteY0" fmla="*/ 0 h 71996"/>
                    <a:gd name="connsiteX1" fmla="*/ 0 w 71996"/>
                    <a:gd name="connsiteY1" fmla="*/ 35998 h 71996"/>
                    <a:gd name="connsiteX2" fmla="*/ 35998 w 71996"/>
                    <a:gd name="connsiteY2" fmla="*/ 71996 h 71996"/>
                    <a:gd name="connsiteX3" fmla="*/ 71996 w 71996"/>
                    <a:gd name="connsiteY3" fmla="*/ 35998 h 71996"/>
                    <a:gd name="connsiteX4" fmla="*/ 35998 w 71996"/>
                    <a:gd name="connsiteY4" fmla="*/ 0 h 719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996" h="71996">
                      <a:moveTo>
                        <a:pt x="35998" y="0"/>
                      </a:moveTo>
                      <a:cubicBezTo>
                        <a:pt x="16148" y="0"/>
                        <a:pt x="0" y="16148"/>
                        <a:pt x="0" y="35998"/>
                      </a:cubicBezTo>
                      <a:cubicBezTo>
                        <a:pt x="0" y="55848"/>
                        <a:pt x="16148" y="71996"/>
                        <a:pt x="35998" y="71996"/>
                      </a:cubicBezTo>
                      <a:cubicBezTo>
                        <a:pt x="55848" y="71996"/>
                        <a:pt x="71996" y="55848"/>
                        <a:pt x="71996" y="35998"/>
                      </a:cubicBezTo>
                      <a:cubicBezTo>
                        <a:pt x="71996" y="16148"/>
                        <a:pt x="55848" y="0"/>
                        <a:pt x="35998" y="0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049" name="Freihandform 1048">
                  <a:extLst>
                    <a:ext uri="{FF2B5EF4-FFF2-40B4-BE49-F238E27FC236}">
                      <a16:creationId xmlns:a16="http://schemas.microsoft.com/office/drawing/2014/main" id="{5EAAFBBF-FA98-5BDA-A993-E910FA1BDA56}"/>
                    </a:ext>
                  </a:extLst>
                </p:cNvPr>
                <p:cNvSpPr/>
                <p:nvPr/>
              </p:nvSpPr>
              <p:spPr>
                <a:xfrm>
                  <a:off x="3313327" y="4495146"/>
                  <a:ext cx="296108" cy="632737"/>
                </a:xfrm>
                <a:custGeom>
                  <a:avLst/>
                  <a:gdLst>
                    <a:gd name="connsiteX0" fmla="*/ 238809 w 296108"/>
                    <a:gd name="connsiteY0" fmla="*/ 367704 h 632737"/>
                    <a:gd name="connsiteX1" fmla="*/ 238809 w 296108"/>
                    <a:gd name="connsiteY1" fmla="*/ 90757 h 632737"/>
                    <a:gd name="connsiteX2" fmla="*/ 148052 w 296108"/>
                    <a:gd name="connsiteY2" fmla="*/ 0 h 632737"/>
                    <a:gd name="connsiteX3" fmla="*/ 57295 w 296108"/>
                    <a:gd name="connsiteY3" fmla="*/ 90757 h 632737"/>
                    <a:gd name="connsiteX4" fmla="*/ 57295 w 296108"/>
                    <a:gd name="connsiteY4" fmla="*/ 367705 h 632737"/>
                    <a:gd name="connsiteX5" fmla="*/ 3 w 296108"/>
                    <a:gd name="connsiteY5" fmla="*/ 483759 h 632737"/>
                    <a:gd name="connsiteX6" fmla="*/ 145992 w 296108"/>
                    <a:gd name="connsiteY6" fmla="*/ 632724 h 632737"/>
                    <a:gd name="connsiteX7" fmla="*/ 148077 w 296108"/>
                    <a:gd name="connsiteY7" fmla="*/ 632738 h 632737"/>
                    <a:gd name="connsiteX8" fmla="*/ 296108 w 296108"/>
                    <a:gd name="connsiteY8" fmla="*/ 484685 h 632737"/>
                    <a:gd name="connsiteX9" fmla="*/ 238809 w 296108"/>
                    <a:gd name="connsiteY9" fmla="*/ 367704 h 632737"/>
                    <a:gd name="connsiteX10" fmla="*/ 148052 w 296108"/>
                    <a:gd name="connsiteY10" fmla="*/ 561948 h 632737"/>
                    <a:gd name="connsiteX11" fmla="*/ 70788 w 296108"/>
                    <a:gd name="connsiteY11" fmla="*/ 484683 h 632737"/>
                    <a:gd name="connsiteX12" fmla="*/ 127419 w 296108"/>
                    <a:gd name="connsiteY12" fmla="*/ 410239 h 632737"/>
                    <a:gd name="connsiteX13" fmla="*/ 127419 w 296108"/>
                    <a:gd name="connsiteY13" fmla="*/ 102390 h 632737"/>
                    <a:gd name="connsiteX14" fmla="*/ 148052 w 296108"/>
                    <a:gd name="connsiteY14" fmla="*/ 81757 h 632737"/>
                    <a:gd name="connsiteX15" fmla="*/ 168686 w 296108"/>
                    <a:gd name="connsiteY15" fmla="*/ 102390 h 632737"/>
                    <a:gd name="connsiteX16" fmla="*/ 168686 w 296108"/>
                    <a:gd name="connsiteY16" fmla="*/ 410242 h 632737"/>
                    <a:gd name="connsiteX17" fmla="*/ 225317 w 296108"/>
                    <a:gd name="connsiteY17" fmla="*/ 484686 h 632737"/>
                    <a:gd name="connsiteX18" fmla="*/ 148052 w 296108"/>
                    <a:gd name="connsiteY18" fmla="*/ 561948 h 632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96108" h="632737">
                      <a:moveTo>
                        <a:pt x="238809" y="367704"/>
                      </a:moveTo>
                      <a:lnTo>
                        <a:pt x="238809" y="90757"/>
                      </a:lnTo>
                      <a:cubicBezTo>
                        <a:pt x="238809" y="40714"/>
                        <a:pt x="198096" y="0"/>
                        <a:pt x="148052" y="0"/>
                      </a:cubicBezTo>
                      <a:cubicBezTo>
                        <a:pt x="98008" y="0"/>
                        <a:pt x="57295" y="40714"/>
                        <a:pt x="57295" y="90757"/>
                      </a:cubicBezTo>
                      <a:lnTo>
                        <a:pt x="57295" y="367705"/>
                      </a:lnTo>
                      <a:cubicBezTo>
                        <a:pt x="21502" y="395465"/>
                        <a:pt x="283" y="438057"/>
                        <a:pt x="3" y="483759"/>
                      </a:cubicBezTo>
                      <a:cubicBezTo>
                        <a:pt x="-495" y="564794"/>
                        <a:pt x="64994" y="631621"/>
                        <a:pt x="145992" y="632724"/>
                      </a:cubicBezTo>
                      <a:cubicBezTo>
                        <a:pt x="146691" y="632734"/>
                        <a:pt x="147381" y="632738"/>
                        <a:pt x="148077" y="632738"/>
                      </a:cubicBezTo>
                      <a:cubicBezTo>
                        <a:pt x="229661" y="632738"/>
                        <a:pt x="296108" y="566773"/>
                        <a:pt x="296108" y="484685"/>
                      </a:cubicBezTo>
                      <a:cubicBezTo>
                        <a:pt x="296106" y="438602"/>
                        <a:pt x="274885" y="395668"/>
                        <a:pt x="238809" y="367704"/>
                      </a:cubicBezTo>
                      <a:close/>
                      <a:moveTo>
                        <a:pt x="148052" y="561948"/>
                      </a:moveTo>
                      <a:cubicBezTo>
                        <a:pt x="105449" y="561948"/>
                        <a:pt x="70788" y="527288"/>
                        <a:pt x="70788" y="484683"/>
                      </a:cubicBezTo>
                      <a:cubicBezTo>
                        <a:pt x="70788" y="449225"/>
                        <a:pt x="94805" y="419290"/>
                        <a:pt x="127419" y="410239"/>
                      </a:cubicBezTo>
                      <a:lnTo>
                        <a:pt x="127419" y="102390"/>
                      </a:lnTo>
                      <a:cubicBezTo>
                        <a:pt x="127419" y="90996"/>
                        <a:pt x="136657" y="81757"/>
                        <a:pt x="148052" y="81757"/>
                      </a:cubicBezTo>
                      <a:cubicBezTo>
                        <a:pt x="159448" y="81757"/>
                        <a:pt x="168686" y="90994"/>
                        <a:pt x="168686" y="102390"/>
                      </a:cubicBezTo>
                      <a:lnTo>
                        <a:pt x="168686" y="410242"/>
                      </a:lnTo>
                      <a:cubicBezTo>
                        <a:pt x="201299" y="419293"/>
                        <a:pt x="225317" y="449228"/>
                        <a:pt x="225317" y="484686"/>
                      </a:cubicBezTo>
                      <a:cubicBezTo>
                        <a:pt x="225317" y="527288"/>
                        <a:pt x="190656" y="561948"/>
                        <a:pt x="148052" y="561948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 dirty="0"/>
                </a:p>
              </p:txBody>
            </p:sp>
            <p:sp>
              <p:nvSpPr>
                <p:cNvPr id="1050" name="Textfeld 1049">
                  <a:extLst>
                    <a:ext uri="{FF2B5EF4-FFF2-40B4-BE49-F238E27FC236}">
                      <a16:creationId xmlns:a16="http://schemas.microsoft.com/office/drawing/2014/main" id="{B968F3EC-A7EB-824F-ED45-8C19ABACCD30}"/>
                    </a:ext>
                  </a:extLst>
                </p:cNvPr>
                <p:cNvSpPr txBox="1"/>
                <p:nvPr/>
              </p:nvSpPr>
              <p:spPr>
                <a:xfrm>
                  <a:off x="3501198" y="440337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dirty="0"/>
                    <a:t>°C</a:t>
                  </a:r>
                </a:p>
              </p:txBody>
            </p:sp>
            <p:sp>
              <p:nvSpPr>
                <p:cNvPr id="1051" name="Pfeil nach oben 1050">
                  <a:extLst>
                    <a:ext uri="{FF2B5EF4-FFF2-40B4-BE49-F238E27FC236}">
                      <a16:creationId xmlns:a16="http://schemas.microsoft.com/office/drawing/2014/main" id="{D1C8BE55-2DF7-0582-BCAD-E94B03B130B3}"/>
                    </a:ext>
                  </a:extLst>
                </p:cNvPr>
                <p:cNvSpPr/>
                <p:nvPr/>
              </p:nvSpPr>
              <p:spPr>
                <a:xfrm>
                  <a:off x="3609435" y="4719268"/>
                  <a:ext cx="123415" cy="260931"/>
                </a:xfrm>
                <a:prstGeom prst="upArrow">
                  <a:avLst>
                    <a:gd name="adj1" fmla="val 36132"/>
                    <a:gd name="adj2" fmla="val 50000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078" name="Pfeil nach oben 1077">
                <a:extLst>
                  <a:ext uri="{FF2B5EF4-FFF2-40B4-BE49-F238E27FC236}">
                    <a16:creationId xmlns:a16="http://schemas.microsoft.com/office/drawing/2014/main" id="{D867915B-6FE7-8AD9-2B0C-93B41A7BB0ED}"/>
                  </a:ext>
                </a:extLst>
              </p:cNvPr>
              <p:cNvSpPr/>
              <p:nvPr/>
            </p:nvSpPr>
            <p:spPr>
              <a:xfrm rot="5400000">
                <a:off x="2465055" y="4620000"/>
                <a:ext cx="461260" cy="778301"/>
              </a:xfrm>
              <a:prstGeom prst="up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" name="L-Form 8">
                <a:extLst>
                  <a:ext uri="{FF2B5EF4-FFF2-40B4-BE49-F238E27FC236}">
                    <a16:creationId xmlns:a16="http://schemas.microsoft.com/office/drawing/2014/main" id="{8CD0D306-161D-5E17-45FB-87E923DFAA90}"/>
                  </a:ext>
                </a:extLst>
              </p:cNvPr>
              <p:cNvSpPr/>
              <p:nvPr/>
            </p:nvSpPr>
            <p:spPr>
              <a:xfrm rot="18866877">
                <a:off x="4853444" y="4685699"/>
                <a:ext cx="373362" cy="195420"/>
              </a:xfrm>
              <a:prstGeom prst="corner">
                <a:avLst>
                  <a:gd name="adj1" fmla="val 27777"/>
                  <a:gd name="adj2" fmla="val 26003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9E616574-A036-D43E-91EC-8DDD501E300E}"/>
                  </a:ext>
                </a:extLst>
              </p:cNvPr>
              <p:cNvGrpSpPr/>
              <p:nvPr/>
            </p:nvGrpSpPr>
            <p:grpSpPr>
              <a:xfrm rot="2558280">
                <a:off x="4529759" y="4096283"/>
                <a:ext cx="672315" cy="627114"/>
                <a:chOff x="5149199" y="2528409"/>
                <a:chExt cx="672315" cy="627114"/>
              </a:xfrm>
            </p:grpSpPr>
            <p:grpSp>
              <p:nvGrpSpPr>
                <p:cNvPr id="21" name="Gruppieren 20">
                  <a:extLst>
                    <a:ext uri="{FF2B5EF4-FFF2-40B4-BE49-F238E27FC236}">
                      <a16:creationId xmlns:a16="http://schemas.microsoft.com/office/drawing/2014/main" id="{49BCDBC9-DFC2-F739-D437-D91AD46B4F0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326741" y="2867523"/>
                  <a:ext cx="329143" cy="288000"/>
                  <a:chOff x="5365796" y="2892403"/>
                  <a:chExt cx="288000" cy="252000"/>
                </a:xfrm>
              </p:grpSpPr>
              <p:sp>
                <p:nvSpPr>
                  <p:cNvPr id="7" name="Bogen 6">
                    <a:extLst>
                      <a:ext uri="{FF2B5EF4-FFF2-40B4-BE49-F238E27FC236}">
                        <a16:creationId xmlns:a16="http://schemas.microsoft.com/office/drawing/2014/main" id="{1899DE72-EF44-3F2B-43A8-E56A0E71A08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rot="5400000">
                    <a:off x="5420104" y="2907341"/>
                    <a:ext cx="180000" cy="180000"/>
                  </a:xfrm>
                  <a:prstGeom prst="arc">
                    <a:avLst>
                      <a:gd name="adj1" fmla="val 17202029"/>
                      <a:gd name="adj2" fmla="val 4568945"/>
                    </a:avLst>
                  </a:prstGeom>
                  <a:noFill/>
                  <a:ln w="2222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3" name="Bogen 12">
                    <a:extLst>
                      <a:ext uri="{FF2B5EF4-FFF2-40B4-BE49-F238E27FC236}">
                        <a16:creationId xmlns:a16="http://schemas.microsoft.com/office/drawing/2014/main" id="{E94755BC-063C-4166-32AE-5656A44D81F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rot="5400000">
                    <a:off x="5383796" y="2874403"/>
                    <a:ext cx="252000" cy="288000"/>
                  </a:xfrm>
                  <a:prstGeom prst="arc">
                    <a:avLst>
                      <a:gd name="adj1" fmla="val 17202029"/>
                      <a:gd name="adj2" fmla="val 4568945"/>
                    </a:avLst>
                  </a:prstGeom>
                  <a:noFill/>
                  <a:ln w="22225">
                    <a:solidFill>
                      <a:srgbClr val="0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26" name="Gruppieren 25">
                  <a:extLst>
                    <a:ext uri="{FF2B5EF4-FFF2-40B4-BE49-F238E27FC236}">
                      <a16:creationId xmlns:a16="http://schemas.microsoft.com/office/drawing/2014/main" id="{6015D0A3-A048-72CD-21EB-628B16F460C8}"/>
                    </a:ext>
                  </a:extLst>
                </p:cNvPr>
                <p:cNvGrpSpPr/>
                <p:nvPr/>
              </p:nvGrpSpPr>
              <p:grpSpPr>
                <a:xfrm>
                  <a:off x="5275312" y="2738352"/>
                  <a:ext cx="432000" cy="216000"/>
                  <a:chOff x="5276828" y="2738352"/>
                  <a:chExt cx="432000" cy="216000"/>
                </a:xfrm>
              </p:grpSpPr>
              <p:sp>
                <p:nvSpPr>
                  <p:cNvPr id="10" name="Rechteck 9">
                    <a:extLst>
                      <a:ext uri="{FF2B5EF4-FFF2-40B4-BE49-F238E27FC236}">
                        <a16:creationId xmlns:a16="http://schemas.microsoft.com/office/drawing/2014/main" id="{282CD7F3-E4E4-8E39-4F49-3027C0712233}"/>
                      </a:ext>
                    </a:extLst>
                  </p:cNvPr>
                  <p:cNvSpPr/>
                  <p:nvPr/>
                </p:nvSpPr>
                <p:spPr>
                  <a:xfrm>
                    <a:off x="5276828" y="2738352"/>
                    <a:ext cx="432000" cy="216000"/>
                  </a:xfrm>
                  <a:prstGeom prst="rect">
                    <a:avLst/>
                  </a:prstGeom>
                  <a:noFill/>
                  <a:ln w="2222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8EBCBAA6-9E7B-0301-0D98-7896FFC8CAD9}"/>
                      </a:ext>
                    </a:extLst>
                  </p:cNvPr>
                  <p:cNvSpPr/>
                  <p:nvPr/>
                </p:nvSpPr>
                <p:spPr>
                  <a:xfrm>
                    <a:off x="5329082" y="2778303"/>
                    <a:ext cx="144000" cy="144000"/>
                  </a:xfrm>
                  <a:prstGeom prst="ellipse">
                    <a:avLst/>
                  </a:prstGeom>
                  <a:noFill/>
                  <a:ln w="2222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664ABFE9-064D-4B07-CB39-33584171C6E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544722" y="2805303"/>
                    <a:ext cx="90000" cy="90000"/>
                  </a:xfrm>
                  <a:prstGeom prst="ellipse">
                    <a:avLst/>
                  </a:prstGeom>
                  <a:noFill/>
                  <a:ln w="2222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9" name="Plus 18">
                    <a:extLst>
                      <a:ext uri="{FF2B5EF4-FFF2-40B4-BE49-F238E27FC236}">
                        <a16:creationId xmlns:a16="http://schemas.microsoft.com/office/drawing/2014/main" id="{3DEE37C1-9E18-BA36-ECF6-130F6AA9AE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374840" y="2823847"/>
                    <a:ext cx="54836" cy="54000"/>
                  </a:xfrm>
                  <a:prstGeom prst="mathPlus">
                    <a:avLst/>
                  </a:prstGeom>
                  <a:solidFill>
                    <a:schemeClr val="tx1"/>
                  </a:solidFill>
                  <a:ln w="2222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949F8403-5963-9976-70D0-1FD7D35136F5}"/>
                    </a:ext>
                  </a:extLst>
                </p:cNvPr>
                <p:cNvSpPr txBox="1"/>
                <p:nvPr/>
              </p:nvSpPr>
              <p:spPr>
                <a:xfrm>
                  <a:off x="5149199" y="2528409"/>
                  <a:ext cx="672315" cy="261610"/>
                </a:xfrm>
                <a:prstGeom prst="rect">
                  <a:avLst/>
                </a:prstGeom>
                <a:noFill/>
                <a:ln w="22225"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de-DE" sz="1100" b="1" dirty="0">
                      <a:latin typeface="Helvetica" pitchFamily="2" charset="0"/>
                    </a:rPr>
                    <a:t>LIDAR</a:t>
                  </a:r>
                  <a:endParaRPr lang="de-DE" sz="1050" b="1" dirty="0">
                    <a:latin typeface="Helvetica" pitchFamily="2" charset="0"/>
                  </a:endParaRPr>
                </a:p>
              </p:txBody>
            </p:sp>
          </p:grpSp>
          <p:grpSp>
            <p:nvGrpSpPr>
              <p:cNvPr id="51" name="Gruppieren 50">
                <a:extLst>
                  <a:ext uri="{FF2B5EF4-FFF2-40B4-BE49-F238E27FC236}">
                    <a16:creationId xmlns:a16="http://schemas.microsoft.com/office/drawing/2014/main" id="{979CD3DB-072A-4321-FEDE-002E0665C242}"/>
                  </a:ext>
                </a:extLst>
              </p:cNvPr>
              <p:cNvGrpSpPr/>
              <p:nvPr/>
            </p:nvGrpSpPr>
            <p:grpSpPr>
              <a:xfrm>
                <a:off x="4177968" y="4642341"/>
                <a:ext cx="467209" cy="174433"/>
                <a:chOff x="4453874" y="2725582"/>
                <a:chExt cx="467209" cy="174433"/>
              </a:xfrm>
            </p:grpSpPr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C1492BDC-FE40-EE71-B7AB-37E6C8DE8CD2}"/>
                    </a:ext>
                  </a:extLst>
                </p:cNvPr>
                <p:cNvGrpSpPr/>
                <p:nvPr/>
              </p:nvGrpSpPr>
              <p:grpSpPr>
                <a:xfrm>
                  <a:off x="4453874" y="2725582"/>
                  <a:ext cx="144000" cy="174433"/>
                  <a:chOff x="4064334" y="2780444"/>
                  <a:chExt cx="144000" cy="174433"/>
                </a:xfrm>
              </p:grpSpPr>
              <p:sp>
                <p:nvSpPr>
                  <p:cNvPr id="32" name="Trapez 31">
                    <a:extLst>
                      <a:ext uri="{FF2B5EF4-FFF2-40B4-BE49-F238E27FC236}">
                        <a16:creationId xmlns:a16="http://schemas.microsoft.com/office/drawing/2014/main" id="{DFACD993-74E1-A615-D974-0DF1B7B5760B}"/>
                      </a:ext>
                    </a:extLst>
                  </p:cNvPr>
                  <p:cNvSpPr/>
                  <p:nvPr/>
                </p:nvSpPr>
                <p:spPr>
                  <a:xfrm rot="8610176">
                    <a:off x="4155590" y="2780444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3" name="Trapez 32">
                    <a:extLst>
                      <a:ext uri="{FF2B5EF4-FFF2-40B4-BE49-F238E27FC236}">
                        <a16:creationId xmlns:a16="http://schemas.microsoft.com/office/drawing/2014/main" id="{3C2F4AA7-B431-D306-B774-39AC6E6AA566}"/>
                      </a:ext>
                    </a:extLst>
                  </p:cNvPr>
                  <p:cNvSpPr/>
                  <p:nvPr/>
                </p:nvSpPr>
                <p:spPr>
                  <a:xfrm rot="6669804">
                    <a:off x="4118334" y="2864877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40" name="Gruppieren 39">
                  <a:extLst>
                    <a:ext uri="{FF2B5EF4-FFF2-40B4-BE49-F238E27FC236}">
                      <a16:creationId xmlns:a16="http://schemas.microsoft.com/office/drawing/2014/main" id="{7E67D724-1337-2FE7-EDA5-D391B0D458C7}"/>
                    </a:ext>
                  </a:extLst>
                </p:cNvPr>
                <p:cNvGrpSpPr/>
                <p:nvPr/>
              </p:nvGrpSpPr>
              <p:grpSpPr>
                <a:xfrm flipH="1">
                  <a:off x="4777083" y="2725582"/>
                  <a:ext cx="144000" cy="174433"/>
                  <a:chOff x="4064334" y="2780444"/>
                  <a:chExt cx="144000" cy="174433"/>
                </a:xfrm>
              </p:grpSpPr>
              <p:sp>
                <p:nvSpPr>
                  <p:cNvPr id="45" name="Trapez 44">
                    <a:extLst>
                      <a:ext uri="{FF2B5EF4-FFF2-40B4-BE49-F238E27FC236}">
                        <a16:creationId xmlns:a16="http://schemas.microsoft.com/office/drawing/2014/main" id="{0DC46F8F-DDB0-7CE4-39F0-8179AA0EF337}"/>
                      </a:ext>
                    </a:extLst>
                  </p:cNvPr>
                  <p:cNvSpPr/>
                  <p:nvPr/>
                </p:nvSpPr>
                <p:spPr>
                  <a:xfrm rot="8610176">
                    <a:off x="4155590" y="2780444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6" name="Trapez 45">
                    <a:extLst>
                      <a:ext uri="{FF2B5EF4-FFF2-40B4-BE49-F238E27FC236}">
                        <a16:creationId xmlns:a16="http://schemas.microsoft.com/office/drawing/2014/main" id="{F38AC5BA-5BE9-CC47-3B3C-EDE64949452D}"/>
                      </a:ext>
                    </a:extLst>
                  </p:cNvPr>
                  <p:cNvSpPr/>
                  <p:nvPr/>
                </p:nvSpPr>
                <p:spPr>
                  <a:xfrm rot="6669804">
                    <a:off x="4118334" y="2864877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</p:grpSp>
          <p:grpSp>
            <p:nvGrpSpPr>
              <p:cNvPr id="52" name="Gruppieren 51">
                <a:extLst>
                  <a:ext uri="{FF2B5EF4-FFF2-40B4-BE49-F238E27FC236}">
                    <a16:creationId xmlns:a16="http://schemas.microsoft.com/office/drawing/2014/main" id="{3DB327AC-B249-6058-1E8B-4CFEDF88A39B}"/>
                  </a:ext>
                </a:extLst>
              </p:cNvPr>
              <p:cNvGrpSpPr/>
              <p:nvPr/>
            </p:nvGrpSpPr>
            <p:grpSpPr>
              <a:xfrm>
                <a:off x="1705816" y="4643693"/>
                <a:ext cx="467209" cy="174433"/>
                <a:chOff x="4453874" y="2725582"/>
                <a:chExt cx="467209" cy="174433"/>
              </a:xfrm>
            </p:grpSpPr>
            <p:grpSp>
              <p:nvGrpSpPr>
                <p:cNvPr id="53" name="Gruppieren 52">
                  <a:extLst>
                    <a:ext uri="{FF2B5EF4-FFF2-40B4-BE49-F238E27FC236}">
                      <a16:creationId xmlns:a16="http://schemas.microsoft.com/office/drawing/2014/main" id="{9A8AB020-16D9-160E-56C9-703802921578}"/>
                    </a:ext>
                  </a:extLst>
                </p:cNvPr>
                <p:cNvGrpSpPr/>
                <p:nvPr/>
              </p:nvGrpSpPr>
              <p:grpSpPr>
                <a:xfrm>
                  <a:off x="4453874" y="2725582"/>
                  <a:ext cx="144000" cy="174433"/>
                  <a:chOff x="4064334" y="2780444"/>
                  <a:chExt cx="144000" cy="174433"/>
                </a:xfrm>
              </p:grpSpPr>
              <p:sp>
                <p:nvSpPr>
                  <p:cNvPr id="57" name="Trapez 56">
                    <a:extLst>
                      <a:ext uri="{FF2B5EF4-FFF2-40B4-BE49-F238E27FC236}">
                        <a16:creationId xmlns:a16="http://schemas.microsoft.com/office/drawing/2014/main" id="{5E76A06E-A329-5F1E-C0F5-ED82CF4F8515}"/>
                      </a:ext>
                    </a:extLst>
                  </p:cNvPr>
                  <p:cNvSpPr/>
                  <p:nvPr/>
                </p:nvSpPr>
                <p:spPr>
                  <a:xfrm rot="8610176">
                    <a:off x="4155590" y="2780444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8" name="Trapez 57">
                    <a:extLst>
                      <a:ext uri="{FF2B5EF4-FFF2-40B4-BE49-F238E27FC236}">
                        <a16:creationId xmlns:a16="http://schemas.microsoft.com/office/drawing/2014/main" id="{DE84AF0D-79B2-BE10-0BEE-C7E1F1B91662}"/>
                      </a:ext>
                    </a:extLst>
                  </p:cNvPr>
                  <p:cNvSpPr/>
                  <p:nvPr/>
                </p:nvSpPr>
                <p:spPr>
                  <a:xfrm rot="6669804">
                    <a:off x="4118334" y="2864877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54" name="Gruppieren 53">
                  <a:extLst>
                    <a:ext uri="{FF2B5EF4-FFF2-40B4-BE49-F238E27FC236}">
                      <a16:creationId xmlns:a16="http://schemas.microsoft.com/office/drawing/2014/main" id="{55F3903A-8894-BBA3-E319-A7407A0C0639}"/>
                    </a:ext>
                  </a:extLst>
                </p:cNvPr>
                <p:cNvGrpSpPr/>
                <p:nvPr/>
              </p:nvGrpSpPr>
              <p:grpSpPr>
                <a:xfrm flipH="1">
                  <a:off x="4777083" y="2725582"/>
                  <a:ext cx="144000" cy="174433"/>
                  <a:chOff x="4064334" y="2780444"/>
                  <a:chExt cx="144000" cy="174433"/>
                </a:xfrm>
              </p:grpSpPr>
              <p:sp>
                <p:nvSpPr>
                  <p:cNvPr id="55" name="Trapez 54">
                    <a:extLst>
                      <a:ext uri="{FF2B5EF4-FFF2-40B4-BE49-F238E27FC236}">
                        <a16:creationId xmlns:a16="http://schemas.microsoft.com/office/drawing/2014/main" id="{7A43306E-60ED-766C-5862-7D8570D50F03}"/>
                      </a:ext>
                    </a:extLst>
                  </p:cNvPr>
                  <p:cNvSpPr/>
                  <p:nvPr/>
                </p:nvSpPr>
                <p:spPr>
                  <a:xfrm rot="8610176">
                    <a:off x="4155590" y="2780444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6" name="Trapez 55">
                    <a:extLst>
                      <a:ext uri="{FF2B5EF4-FFF2-40B4-BE49-F238E27FC236}">
                        <a16:creationId xmlns:a16="http://schemas.microsoft.com/office/drawing/2014/main" id="{1ABD159B-F11D-2EC6-8F5C-0566EF6EE9E2}"/>
                      </a:ext>
                    </a:extLst>
                  </p:cNvPr>
                  <p:cNvSpPr/>
                  <p:nvPr/>
                </p:nvSpPr>
                <p:spPr>
                  <a:xfrm rot="6669804">
                    <a:off x="4118334" y="2864877"/>
                    <a:ext cx="36000" cy="144000"/>
                  </a:xfrm>
                  <a:prstGeom prst="trapezoid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</p:grp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EDAE19A-C4F3-3210-FC81-328715B954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8433" y="3635861"/>
                <a:ext cx="360000" cy="3600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2000" dirty="0">
                    <a:latin typeface="Helvetica" pitchFamily="2" charset="0"/>
                  </a:rPr>
                  <a:t>A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C55B345-41D8-13E4-E1D2-A4D3BBA1BC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2438" y="3635861"/>
                <a:ext cx="360000" cy="3600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2000" dirty="0">
                    <a:latin typeface="Helvetica" pitchFamily="2" charset="0"/>
                  </a:rPr>
                  <a:t>B</a:t>
                </a:r>
              </a:p>
            </p:txBody>
          </p:sp>
        </p:grp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51A0033-8995-494A-8F9E-BD5E29ED8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02527" y="4112646"/>
              <a:ext cx="6080263" cy="14066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80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Sebastian KROPATSCHEK</dc:creator>
  <cp:lastModifiedBy>Meixner, Kristof</cp:lastModifiedBy>
  <cp:revision>7</cp:revision>
  <dcterms:created xsi:type="dcterms:W3CDTF">2023-12-01T08:26:25Z</dcterms:created>
  <dcterms:modified xsi:type="dcterms:W3CDTF">2023-12-07T19:36:34Z</dcterms:modified>
</cp:coreProperties>
</file>